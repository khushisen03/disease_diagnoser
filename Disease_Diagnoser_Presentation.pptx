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21"/>
  </p:notesMasterIdLst>
  <p:handoutMasterIdLst>
    <p:handoutMasterId r:id="rId22"/>
  </p:handoutMasterIdLst>
  <p:sldIdLst>
    <p:sldId id="1657" r:id="rId2"/>
    <p:sldId id="1641" r:id="rId3"/>
    <p:sldId id="1676" r:id="rId4"/>
    <p:sldId id="1735" r:id="rId5"/>
    <p:sldId id="1736" r:id="rId6"/>
    <p:sldId id="1737" r:id="rId7"/>
    <p:sldId id="1738" r:id="rId8"/>
    <p:sldId id="1739" r:id="rId9"/>
    <p:sldId id="1740" r:id="rId10"/>
    <p:sldId id="1741" r:id="rId11"/>
    <p:sldId id="1742" r:id="rId12"/>
    <p:sldId id="1743" r:id="rId13"/>
    <p:sldId id="1744" r:id="rId14"/>
    <p:sldId id="1677" r:id="rId15"/>
    <p:sldId id="1715" r:id="rId16"/>
    <p:sldId id="1702" r:id="rId17"/>
    <p:sldId id="1712" r:id="rId18"/>
    <p:sldId id="1698" r:id="rId19"/>
    <p:sldId id="1583" r:id="rId20"/>
    <p:sldId id="1745" r:id="rId28"/>
    <p:sldId id="1746" r:id="rId29"/>
    <p:sldId id="1747" r:id="rId30"/>
    <p:sldId id="1748" r:id="rId31"/>
    <p:sldId id="1749" r:id="rId32"/>
    <p:sldId id="1750" r:id="rId33"/>
    <p:sldId id="1751" r:id="rId34"/>
    <p:sldId id="1752" r:id="rId35"/>
    <p:sldId id="1753" r:id="rId36"/>
    <p:sldId id="1754" r:id="rId37"/>
    <p:sldId id="1755" r:id="rId38"/>
    <p:sldId id="1756" r:id="rId39"/>
    <p:sldId id="1757" r:id="rId40"/>
    <p:sldId id="1758" r:id="rId41"/>
    <p:sldId id="1759" r:id="rId42"/>
    <p:sldId id="1760" r:id="rId43"/>
    <p:sldId id="1761" r:id="rId44"/>
    <p:sldId id="1762" r:id="rId45"/>
  </p:sldIdLst>
  <p:sldSz cx="9144000" cy="5143500" type="screen16x9"/>
  <p:notesSz cx="9869488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pit Khandelwal [PhD - 2020]" initials="AK[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00FF"/>
    <a:srgbClr val="FF0000"/>
    <a:srgbClr val="1A3260"/>
    <a:srgbClr val="0000FF"/>
    <a:srgbClr val="2957A4"/>
    <a:srgbClr val="003300"/>
    <a:srgbClr val="FF9966"/>
    <a:srgbClr val="FF9933"/>
    <a:srgbClr val="B050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1525" autoAdjust="0"/>
  </p:normalViewPr>
  <p:slideViewPr>
    <p:cSldViewPr>
      <p:cViewPr varScale="1">
        <p:scale>
          <a:sx n="129" d="100"/>
          <a:sy n="129" d="100"/>
        </p:scale>
        <p:origin x="1026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1734" y="5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" Type="http://schemas.openxmlformats.org/officeDocument/2006/relationships/slide" Target="slides/slide2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" Type="http://schemas.openxmlformats.org/officeDocument/2006/relationships/slide" Target="slides/slide3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BA993-6452-470D-8942-682688FF7CB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455F02-CC35-441E-BB1C-715852F01967}">
      <dgm:prSet phldrT="[Text]" custT="1"/>
      <dgm:spPr/>
      <dgm:t>
        <a:bodyPr/>
        <a:lstStyle/>
        <a:p>
          <a:r>
            <a:rPr lang="en-US" sz="1200" dirty="0"/>
            <a:t>Stress </a:t>
          </a:r>
          <a:r>
            <a:rPr lang="en-US" sz="1200" dirty="0" err="1"/>
            <a:t>Predicti</a:t>
          </a:r>
          <a:r>
            <a: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o</a:t>
          </a:r>
          <a:r>
            <a:rPr lang="en-US" sz="1200" dirty="0"/>
            <a:t>n</a:t>
          </a:r>
        </a:p>
        <a:p>
          <a:r>
            <a:rPr lang="en-US" sz="1200" dirty="0"/>
            <a:t>(115)</a:t>
          </a:r>
        </a:p>
      </dgm:t>
    </dgm:pt>
    <dgm:pt modelId="{F3D96B09-9A54-4F6C-86CC-E4F6938BA7DA}" type="parTrans" cxnId="{D81E0A8B-8FF3-4855-885A-C4D8A9156409}">
      <dgm:prSet/>
      <dgm:spPr/>
      <dgm:t>
        <a:bodyPr/>
        <a:lstStyle/>
        <a:p>
          <a:endParaRPr lang="en-US"/>
        </a:p>
      </dgm:t>
    </dgm:pt>
    <dgm:pt modelId="{813560A9-AFE9-4A8A-9C14-09A6C94F9F53}" type="sibTrans" cxnId="{D81E0A8B-8FF3-4855-885A-C4D8A9156409}">
      <dgm:prSet/>
      <dgm:spPr/>
      <dgm:t>
        <a:bodyPr/>
        <a:lstStyle/>
        <a:p>
          <a:endParaRPr lang="en-US"/>
        </a:p>
      </dgm:t>
    </dgm:pt>
    <dgm:pt modelId="{7DA65B01-44B9-4591-83B3-B4BF729B5F12}">
      <dgm:prSet phldrT="[Text]" custT="1"/>
      <dgm:spPr/>
      <dgm:t>
        <a:bodyPr/>
        <a:lstStyle/>
        <a:p>
          <a:r>
            <a:rPr lang="en-US" sz="1200" dirty="0"/>
            <a:t>IEEE (53)</a:t>
          </a:r>
        </a:p>
      </dgm:t>
    </dgm:pt>
    <dgm:pt modelId="{61206A84-BEDD-4DB4-8874-FFF9BF9BD0A3}" type="parTrans" cxnId="{4637E8D6-C145-4D85-A11C-5CBBAFCAA2D4}">
      <dgm:prSet/>
      <dgm:spPr/>
      <dgm:t>
        <a:bodyPr/>
        <a:lstStyle/>
        <a:p>
          <a:endParaRPr lang="en-US" sz="2000"/>
        </a:p>
      </dgm:t>
    </dgm:pt>
    <dgm:pt modelId="{BB0A67EB-680A-4CAC-AEAB-D78BED12928E}" type="sibTrans" cxnId="{4637E8D6-C145-4D85-A11C-5CBBAFCAA2D4}">
      <dgm:prSet/>
      <dgm:spPr/>
      <dgm:t>
        <a:bodyPr/>
        <a:lstStyle/>
        <a:p>
          <a:endParaRPr lang="en-US"/>
        </a:p>
      </dgm:t>
    </dgm:pt>
    <dgm:pt modelId="{235C5D4D-4871-42EA-8283-BD0EA50157CF}">
      <dgm:prSet phldrT="[Text]" custT="1"/>
      <dgm:spPr/>
      <dgm:t>
        <a:bodyPr/>
        <a:lstStyle/>
        <a:p>
          <a:r>
            <a:rPr lang="en-US" sz="1100" dirty="0"/>
            <a:t>Elsevier (26)</a:t>
          </a:r>
        </a:p>
      </dgm:t>
    </dgm:pt>
    <dgm:pt modelId="{8BC8E62B-EA8D-4345-9A2C-215A6D1EAEEE}" type="parTrans" cxnId="{CAEAAA29-F5B7-4BDE-BBBF-62448EE2BE71}">
      <dgm:prSet/>
      <dgm:spPr/>
      <dgm:t>
        <a:bodyPr/>
        <a:lstStyle/>
        <a:p>
          <a:endParaRPr lang="en-US" sz="2000"/>
        </a:p>
      </dgm:t>
    </dgm:pt>
    <dgm:pt modelId="{63F41CB4-A493-4A8E-9B6B-21A503D2640B}" type="sibTrans" cxnId="{CAEAAA29-F5B7-4BDE-BBBF-62448EE2BE71}">
      <dgm:prSet/>
      <dgm:spPr/>
      <dgm:t>
        <a:bodyPr/>
        <a:lstStyle/>
        <a:p>
          <a:endParaRPr lang="en-US"/>
        </a:p>
      </dgm:t>
    </dgm:pt>
    <dgm:pt modelId="{F352027B-CD82-417F-8D91-3C2AC8C6DEB5}">
      <dgm:prSet phldrT="[Text]" custT="1"/>
      <dgm:spPr/>
      <dgm:t>
        <a:bodyPr/>
        <a:lstStyle/>
        <a:p>
          <a:r>
            <a:rPr lang="en-US" sz="1200" dirty="0"/>
            <a:t>25</a:t>
          </a:r>
        </a:p>
        <a:p>
          <a:r>
            <a:rPr lang="en-US" sz="1200" dirty="0"/>
            <a:t>Journals </a:t>
          </a:r>
        </a:p>
      </dgm:t>
    </dgm:pt>
    <dgm:pt modelId="{6AE7E4B1-7653-4879-9205-5955B2BADF19}" type="parTrans" cxnId="{53EE35C4-7FFD-4A77-BEEA-57E362B33B81}">
      <dgm:prSet/>
      <dgm:spPr/>
      <dgm:t>
        <a:bodyPr/>
        <a:lstStyle/>
        <a:p>
          <a:endParaRPr lang="en-US" sz="2000"/>
        </a:p>
      </dgm:t>
    </dgm:pt>
    <dgm:pt modelId="{15919E2B-EC97-4AF1-87E4-85E682613A74}" type="sibTrans" cxnId="{53EE35C4-7FFD-4A77-BEEA-57E362B33B81}">
      <dgm:prSet/>
      <dgm:spPr/>
      <dgm:t>
        <a:bodyPr/>
        <a:lstStyle/>
        <a:p>
          <a:endParaRPr lang="en-US"/>
        </a:p>
      </dgm:t>
    </dgm:pt>
    <dgm:pt modelId="{9BAD7F56-563F-4143-B2CA-11ED4C6E6BFC}">
      <dgm:prSet phldrT="[Text]" custT="1"/>
      <dgm:spPr/>
      <dgm:t>
        <a:bodyPr/>
        <a:lstStyle/>
        <a:p>
          <a:r>
            <a:rPr lang="en-US" sz="1100" dirty="0"/>
            <a:t>12 Journals</a:t>
          </a:r>
        </a:p>
      </dgm:t>
    </dgm:pt>
    <dgm:pt modelId="{783EF962-30DE-40D5-BA7F-1C76646FF268}" type="parTrans" cxnId="{33016029-5156-495C-A44F-074D13B79019}">
      <dgm:prSet/>
      <dgm:spPr/>
      <dgm:t>
        <a:bodyPr/>
        <a:lstStyle/>
        <a:p>
          <a:endParaRPr lang="en-US"/>
        </a:p>
      </dgm:t>
    </dgm:pt>
    <dgm:pt modelId="{4EF7F694-0C52-443C-8E75-30496A048D46}" type="sibTrans" cxnId="{33016029-5156-495C-A44F-074D13B79019}">
      <dgm:prSet/>
      <dgm:spPr/>
      <dgm:t>
        <a:bodyPr/>
        <a:lstStyle/>
        <a:p>
          <a:endParaRPr lang="en-US"/>
        </a:p>
      </dgm:t>
    </dgm:pt>
    <dgm:pt modelId="{E587CF60-CCB2-46D8-A33E-2F05B015B59F}">
      <dgm:prSet phldrT="[Text]" custT="1"/>
      <dgm:spPr/>
      <dgm:t>
        <a:bodyPr/>
        <a:lstStyle/>
        <a:p>
          <a:r>
            <a:rPr lang="en-US" sz="1200" dirty="0"/>
            <a:t>24</a:t>
          </a:r>
        </a:p>
        <a:p>
          <a:r>
            <a:rPr lang="en-US" sz="1100" dirty="0"/>
            <a:t>Journals</a:t>
          </a:r>
          <a:r>
            <a:rPr lang="en-US" sz="1200" dirty="0"/>
            <a:t> </a:t>
          </a:r>
        </a:p>
      </dgm:t>
    </dgm:pt>
    <dgm:pt modelId="{D4E6DFBA-190C-4C28-B376-143731FB490A}" type="parTrans" cxnId="{EF143236-10D8-4F76-8B1C-E30C295CC235}">
      <dgm:prSet/>
      <dgm:spPr/>
      <dgm:t>
        <a:bodyPr/>
        <a:lstStyle/>
        <a:p>
          <a:endParaRPr lang="en-US"/>
        </a:p>
      </dgm:t>
    </dgm:pt>
    <dgm:pt modelId="{1B54B35F-A928-4D4D-ACC0-1C6CA4F791ED}" type="sibTrans" cxnId="{EF143236-10D8-4F76-8B1C-E30C295CC235}">
      <dgm:prSet/>
      <dgm:spPr/>
      <dgm:t>
        <a:bodyPr/>
        <a:lstStyle/>
        <a:p>
          <a:endParaRPr lang="en-US"/>
        </a:p>
      </dgm:t>
    </dgm:pt>
    <dgm:pt modelId="{B3121C3B-B61C-450D-88A9-38C75CBA28D1}">
      <dgm:prSet phldrT="[Text]" custT="1"/>
      <dgm:spPr/>
      <dgm:t>
        <a:bodyPr/>
        <a:lstStyle/>
        <a:p>
          <a:r>
            <a:rPr lang="en-US" sz="1200" dirty="0"/>
            <a:t>29 Conferences</a:t>
          </a:r>
        </a:p>
      </dgm:t>
    </dgm:pt>
    <dgm:pt modelId="{3C639C13-14EF-4D93-B56F-D901DC039493}" type="parTrans" cxnId="{50686A12-96E5-4E0E-8FCF-91D529EFDCB9}">
      <dgm:prSet/>
      <dgm:spPr/>
      <dgm:t>
        <a:bodyPr/>
        <a:lstStyle/>
        <a:p>
          <a:endParaRPr lang="en-US"/>
        </a:p>
      </dgm:t>
    </dgm:pt>
    <dgm:pt modelId="{45D41083-EFAB-4A80-A68C-261CBB621EDC}" type="sibTrans" cxnId="{50686A12-96E5-4E0E-8FCF-91D529EFDCB9}">
      <dgm:prSet/>
      <dgm:spPr/>
      <dgm:t>
        <a:bodyPr/>
        <a:lstStyle/>
        <a:p>
          <a:endParaRPr lang="en-US"/>
        </a:p>
      </dgm:t>
    </dgm:pt>
    <dgm:pt modelId="{54A63017-B124-4F2D-B70F-4A0CE0D9C14F}">
      <dgm:prSet phldrT="[Text]" custT="1"/>
      <dgm:spPr/>
      <dgm:t>
        <a:bodyPr/>
        <a:lstStyle/>
        <a:p>
          <a:r>
            <a:rPr lang="en-US" sz="1200" dirty="0"/>
            <a:t>1</a:t>
          </a:r>
        </a:p>
        <a:p>
          <a:r>
            <a:rPr lang="en-US" sz="1200" dirty="0"/>
            <a:t>Conferences</a:t>
          </a:r>
        </a:p>
      </dgm:t>
    </dgm:pt>
    <dgm:pt modelId="{FE2EBACA-627C-450A-997C-BBD517B27861}" type="parTrans" cxnId="{C54F13B2-1F8E-4815-BC23-2A1AF26D84A8}">
      <dgm:prSet/>
      <dgm:spPr/>
      <dgm:t>
        <a:bodyPr/>
        <a:lstStyle/>
        <a:p>
          <a:endParaRPr lang="en-US"/>
        </a:p>
      </dgm:t>
    </dgm:pt>
    <dgm:pt modelId="{A12892CB-FB2A-459E-BEFF-B9220F5532C9}" type="sibTrans" cxnId="{C54F13B2-1F8E-4815-BC23-2A1AF26D84A8}">
      <dgm:prSet/>
      <dgm:spPr/>
      <dgm:t>
        <a:bodyPr/>
        <a:lstStyle/>
        <a:p>
          <a:endParaRPr lang="en-US"/>
        </a:p>
      </dgm:t>
    </dgm:pt>
    <dgm:pt modelId="{D546504F-DD20-4011-87B1-11780F4FBB3D}">
      <dgm:prSet phldrT="[Text]" custT="1"/>
      <dgm:spPr/>
      <dgm:t>
        <a:bodyPr/>
        <a:lstStyle/>
        <a:p>
          <a:r>
            <a:rPr lang="en-US" sz="1100" dirty="0"/>
            <a:t>MDPI (12)</a:t>
          </a:r>
        </a:p>
      </dgm:t>
    </dgm:pt>
    <dgm:pt modelId="{5C514901-8819-4B06-812A-636C77E4B94D}" type="sibTrans" cxnId="{72EC7AE7-E88C-4B8E-9581-E32AD1FABA95}">
      <dgm:prSet/>
      <dgm:spPr/>
      <dgm:t>
        <a:bodyPr/>
        <a:lstStyle/>
        <a:p>
          <a:endParaRPr lang="en-US"/>
        </a:p>
      </dgm:t>
    </dgm:pt>
    <dgm:pt modelId="{1AF27A2E-D2D6-4564-8A18-299361C83937}" type="parTrans" cxnId="{72EC7AE7-E88C-4B8E-9581-E32AD1FABA95}">
      <dgm:prSet/>
      <dgm:spPr/>
      <dgm:t>
        <a:bodyPr/>
        <a:lstStyle/>
        <a:p>
          <a:endParaRPr lang="en-US" sz="2000"/>
        </a:p>
      </dgm:t>
    </dgm:pt>
    <dgm:pt modelId="{450848F5-85CA-4D1D-86E3-B9DC1A248C1D}">
      <dgm:prSet phldrT="[Text]" custT="1"/>
      <dgm:spPr/>
      <dgm:t>
        <a:bodyPr/>
        <a:lstStyle/>
        <a:p>
          <a:r>
            <a:rPr lang="en-US" sz="1100" dirty="0"/>
            <a:t>Other (22)</a:t>
          </a:r>
        </a:p>
      </dgm:t>
    </dgm:pt>
    <dgm:pt modelId="{39100670-EC6A-4DFB-91D2-38CBDD25F87B}" type="parTrans" cxnId="{5230D56C-00D2-4C4F-8A2F-CFE65E3F460B}">
      <dgm:prSet/>
      <dgm:spPr/>
      <dgm:t>
        <a:bodyPr/>
        <a:lstStyle/>
        <a:p>
          <a:endParaRPr lang="en-IN"/>
        </a:p>
      </dgm:t>
    </dgm:pt>
    <dgm:pt modelId="{9F814C87-9E7D-4452-AEEC-DC1D74329C47}" type="sibTrans" cxnId="{5230D56C-00D2-4C4F-8A2F-CFE65E3F460B}">
      <dgm:prSet/>
      <dgm:spPr/>
      <dgm:t>
        <a:bodyPr/>
        <a:lstStyle/>
        <a:p>
          <a:endParaRPr lang="en-IN"/>
        </a:p>
      </dgm:t>
    </dgm:pt>
    <dgm:pt modelId="{6E09677B-46BD-49BA-BF0F-E273C09A7803}">
      <dgm:prSet phldrT="[Text]" custT="1"/>
      <dgm:spPr/>
      <dgm:t>
        <a:bodyPr/>
        <a:lstStyle/>
        <a:p>
          <a:r>
            <a:rPr lang="en-US" sz="1100" dirty="0"/>
            <a:t>Springer (2) </a:t>
          </a:r>
        </a:p>
      </dgm:t>
    </dgm:pt>
    <dgm:pt modelId="{C582DD15-30DD-4C22-9D6C-FF28614452B9}" type="parTrans" cxnId="{74679BD0-6086-46B0-9050-C9B7FAE16AE9}">
      <dgm:prSet/>
      <dgm:spPr/>
      <dgm:t>
        <a:bodyPr/>
        <a:lstStyle/>
        <a:p>
          <a:endParaRPr lang="en-IN"/>
        </a:p>
      </dgm:t>
    </dgm:pt>
    <dgm:pt modelId="{7AC0735F-0E4D-4A78-90F0-E9AC49C70698}" type="sibTrans" cxnId="{74679BD0-6086-46B0-9050-C9B7FAE16AE9}">
      <dgm:prSet/>
      <dgm:spPr/>
      <dgm:t>
        <a:bodyPr/>
        <a:lstStyle/>
        <a:p>
          <a:endParaRPr lang="en-IN"/>
        </a:p>
      </dgm:t>
    </dgm:pt>
    <dgm:pt modelId="{351F178C-3A96-4D10-9480-949EAF865E4D}">
      <dgm:prSet phldrT="[Text]" custT="1"/>
      <dgm:spPr/>
      <dgm:t>
        <a:bodyPr/>
        <a:lstStyle/>
        <a:p>
          <a:r>
            <a:rPr lang="en-US" sz="1100" dirty="0"/>
            <a:t>2 Journals</a:t>
          </a:r>
        </a:p>
      </dgm:t>
    </dgm:pt>
    <dgm:pt modelId="{D2745D53-948C-4DE4-B75C-1D1C9462333A}" type="parTrans" cxnId="{01827295-BDC5-456B-ACC5-CCDAF075579B}">
      <dgm:prSet/>
      <dgm:spPr/>
      <dgm:t>
        <a:bodyPr/>
        <a:lstStyle/>
        <a:p>
          <a:endParaRPr lang="en-IN"/>
        </a:p>
      </dgm:t>
    </dgm:pt>
    <dgm:pt modelId="{3AA91844-799A-43FF-9C7C-953A51E8866C}" type="sibTrans" cxnId="{01827295-BDC5-456B-ACC5-CCDAF075579B}">
      <dgm:prSet/>
      <dgm:spPr/>
      <dgm:t>
        <a:bodyPr/>
        <a:lstStyle/>
        <a:p>
          <a:endParaRPr lang="en-IN"/>
        </a:p>
      </dgm:t>
    </dgm:pt>
    <dgm:pt modelId="{77D4F8B5-5A4A-4F53-90D6-5989505BBF70}">
      <dgm:prSet custT="1"/>
      <dgm:spPr/>
      <dgm:t>
        <a:bodyPr/>
        <a:lstStyle/>
        <a:p>
          <a:r>
            <a:rPr lang="en-IN" sz="1100" dirty="0" err="1"/>
            <a:t>CellPress</a:t>
          </a:r>
          <a:r>
            <a:rPr lang="en-IN" sz="1100" dirty="0"/>
            <a:t>, JMIR, </a:t>
          </a:r>
          <a:r>
            <a:rPr lang="en-IN" sz="1100" dirty="0" err="1"/>
            <a:t>Hindawi</a:t>
          </a:r>
          <a:r>
            <a:rPr lang="en-IN" sz="1100" dirty="0"/>
            <a:t>, IJRPR</a:t>
          </a:r>
        </a:p>
      </dgm:t>
    </dgm:pt>
    <dgm:pt modelId="{C100FC12-1F80-485C-9B8A-D6AE57CB2EBA}" type="parTrans" cxnId="{34D75785-94E9-47C3-B057-062485FF00A0}">
      <dgm:prSet/>
      <dgm:spPr/>
      <dgm:t>
        <a:bodyPr/>
        <a:lstStyle/>
        <a:p>
          <a:endParaRPr lang="en-IN"/>
        </a:p>
      </dgm:t>
    </dgm:pt>
    <dgm:pt modelId="{01536DF4-0B11-4654-AD69-13763F66FF4C}" type="sibTrans" cxnId="{34D75785-94E9-47C3-B057-062485FF00A0}">
      <dgm:prSet/>
      <dgm:spPr/>
      <dgm:t>
        <a:bodyPr/>
        <a:lstStyle/>
        <a:p>
          <a:endParaRPr lang="en-IN"/>
        </a:p>
      </dgm:t>
    </dgm:pt>
    <dgm:pt modelId="{09A67640-B202-409C-AFBF-C18860FB2C67}" type="pres">
      <dgm:prSet presAssocID="{9D5BA993-6452-470D-8942-682688FF7C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00FBD8-11A7-419E-BDAC-595303472208}" type="pres">
      <dgm:prSet presAssocID="{56455F02-CC35-441E-BB1C-715852F01967}" presName="hierRoot1" presStyleCnt="0"/>
      <dgm:spPr/>
    </dgm:pt>
    <dgm:pt modelId="{0ECF5238-65B7-405A-B0D4-FD5E2961A08B}" type="pres">
      <dgm:prSet presAssocID="{56455F02-CC35-441E-BB1C-715852F01967}" presName="composite" presStyleCnt="0"/>
      <dgm:spPr/>
    </dgm:pt>
    <dgm:pt modelId="{1ED700E3-C6E8-45C4-97E0-B03C7C50377B}" type="pres">
      <dgm:prSet presAssocID="{56455F02-CC35-441E-BB1C-715852F01967}" presName="background" presStyleLbl="node0" presStyleIdx="0" presStyleCnt="1"/>
      <dgm:spPr/>
    </dgm:pt>
    <dgm:pt modelId="{ACC60AD1-B8BB-4465-9FCE-9024E0F93727}" type="pres">
      <dgm:prSet presAssocID="{56455F02-CC35-441E-BB1C-715852F01967}" presName="text" presStyleLbl="fgAcc0" presStyleIdx="0" presStyleCnt="1" custScaleX="444178" custScaleY="174159" custLinFactNeighborX="7499" custLinFactNeighborY="-24576">
        <dgm:presLayoutVars>
          <dgm:chPref val="3"/>
        </dgm:presLayoutVars>
      </dgm:prSet>
      <dgm:spPr/>
    </dgm:pt>
    <dgm:pt modelId="{30AFF447-89A5-44AD-87AB-F91DE8A65D3C}" type="pres">
      <dgm:prSet presAssocID="{56455F02-CC35-441E-BB1C-715852F01967}" presName="hierChild2" presStyleCnt="0"/>
      <dgm:spPr/>
    </dgm:pt>
    <dgm:pt modelId="{A5DBB1FC-2817-4666-896F-613F40675E25}" type="pres">
      <dgm:prSet presAssocID="{61206A84-BEDD-4DB4-8874-FFF9BF9BD0A3}" presName="Name10" presStyleLbl="parChTrans1D2" presStyleIdx="0" presStyleCnt="5"/>
      <dgm:spPr/>
    </dgm:pt>
    <dgm:pt modelId="{E3F5CDED-2824-4751-A4C1-8751A034F3F0}" type="pres">
      <dgm:prSet presAssocID="{7DA65B01-44B9-4591-83B3-B4BF729B5F12}" presName="hierRoot2" presStyleCnt="0"/>
      <dgm:spPr/>
    </dgm:pt>
    <dgm:pt modelId="{102F450E-7B90-4982-BFAA-3CFC158A5470}" type="pres">
      <dgm:prSet presAssocID="{7DA65B01-44B9-4591-83B3-B4BF729B5F12}" presName="composite2" presStyleCnt="0"/>
      <dgm:spPr/>
    </dgm:pt>
    <dgm:pt modelId="{932AF139-22C2-4229-B72C-08DAC4735CBF}" type="pres">
      <dgm:prSet presAssocID="{7DA65B01-44B9-4591-83B3-B4BF729B5F12}" presName="background2" presStyleLbl="node2" presStyleIdx="0" presStyleCnt="5"/>
      <dgm:spPr/>
    </dgm:pt>
    <dgm:pt modelId="{575271AB-8CBD-4022-91BE-BDD3CAD7678A}" type="pres">
      <dgm:prSet presAssocID="{7DA65B01-44B9-4591-83B3-B4BF729B5F12}" presName="text2" presStyleLbl="fgAcc2" presStyleIdx="0" presStyleCnt="5" custScaleX="127581" custScaleY="124199" custLinFactNeighborX="2388" custLinFactNeighborY="67223">
        <dgm:presLayoutVars>
          <dgm:chPref val="3"/>
        </dgm:presLayoutVars>
      </dgm:prSet>
      <dgm:spPr/>
    </dgm:pt>
    <dgm:pt modelId="{B8EFAF9D-1DAE-47A7-9873-F735C6244895}" type="pres">
      <dgm:prSet presAssocID="{7DA65B01-44B9-4591-83B3-B4BF729B5F12}" presName="hierChild3" presStyleCnt="0"/>
      <dgm:spPr/>
    </dgm:pt>
    <dgm:pt modelId="{16F03BF2-A9C1-47E8-9C47-A9810FF26113}" type="pres">
      <dgm:prSet presAssocID="{D4E6DFBA-190C-4C28-B376-143731FB490A}" presName="Name17" presStyleLbl="parChTrans1D3" presStyleIdx="0" presStyleCnt="7"/>
      <dgm:spPr/>
    </dgm:pt>
    <dgm:pt modelId="{CCE8BE50-6EBB-41DC-96DF-6CB8577B9929}" type="pres">
      <dgm:prSet presAssocID="{E587CF60-CCB2-46D8-A33E-2F05B015B59F}" presName="hierRoot3" presStyleCnt="0"/>
      <dgm:spPr/>
    </dgm:pt>
    <dgm:pt modelId="{BCF6B789-75A6-4E4F-9569-DCE5215EB715}" type="pres">
      <dgm:prSet presAssocID="{E587CF60-CCB2-46D8-A33E-2F05B015B59F}" presName="composite3" presStyleCnt="0"/>
      <dgm:spPr/>
    </dgm:pt>
    <dgm:pt modelId="{22A1A00D-B72C-4D44-A569-E69C842B1CC1}" type="pres">
      <dgm:prSet presAssocID="{E587CF60-CCB2-46D8-A33E-2F05B015B59F}" presName="background3" presStyleLbl="node3" presStyleIdx="0" presStyleCnt="7"/>
      <dgm:spPr/>
    </dgm:pt>
    <dgm:pt modelId="{6E144E19-3F7E-41D8-9BC5-995247BA9794}" type="pres">
      <dgm:prSet presAssocID="{E587CF60-CCB2-46D8-A33E-2F05B015B59F}" presName="text3" presStyleLbl="fgAcc3" presStyleIdx="0" presStyleCnt="7" custScaleX="184318" custScaleY="208932" custLinFactY="100000" custLinFactNeighborX="-8329" custLinFactNeighborY="199388">
        <dgm:presLayoutVars>
          <dgm:chPref val="3"/>
        </dgm:presLayoutVars>
      </dgm:prSet>
      <dgm:spPr/>
    </dgm:pt>
    <dgm:pt modelId="{7094C177-728D-4B5B-947A-E96399AFBE54}" type="pres">
      <dgm:prSet presAssocID="{E587CF60-CCB2-46D8-A33E-2F05B015B59F}" presName="hierChild4" presStyleCnt="0"/>
      <dgm:spPr/>
    </dgm:pt>
    <dgm:pt modelId="{56D203F6-0A82-44E7-A46F-0788BB50C7C8}" type="pres">
      <dgm:prSet presAssocID="{3C639C13-14EF-4D93-B56F-D901DC039493}" presName="Name17" presStyleLbl="parChTrans1D3" presStyleIdx="1" presStyleCnt="7"/>
      <dgm:spPr/>
    </dgm:pt>
    <dgm:pt modelId="{AA207521-73B9-451E-81C7-C1F7BB11A24E}" type="pres">
      <dgm:prSet presAssocID="{B3121C3B-B61C-450D-88A9-38C75CBA28D1}" presName="hierRoot3" presStyleCnt="0"/>
      <dgm:spPr/>
    </dgm:pt>
    <dgm:pt modelId="{5308B29B-172E-4CB7-907B-054CE98D4AC7}" type="pres">
      <dgm:prSet presAssocID="{B3121C3B-B61C-450D-88A9-38C75CBA28D1}" presName="composite3" presStyleCnt="0"/>
      <dgm:spPr/>
    </dgm:pt>
    <dgm:pt modelId="{7AB0DEB0-FFF3-47EC-9D89-4CD30E9E99F5}" type="pres">
      <dgm:prSet presAssocID="{B3121C3B-B61C-450D-88A9-38C75CBA28D1}" presName="background3" presStyleLbl="node3" presStyleIdx="1" presStyleCnt="7"/>
      <dgm:spPr/>
    </dgm:pt>
    <dgm:pt modelId="{BFF4CD8C-CB6F-4713-AE6F-2EE2FCFE3AF0}" type="pres">
      <dgm:prSet presAssocID="{B3121C3B-B61C-450D-88A9-38C75CBA28D1}" presName="text3" presStyleLbl="fgAcc3" presStyleIdx="1" presStyleCnt="7" custScaleX="195570" custScaleY="180737" custLinFactY="127456" custLinFactNeighborX="10512" custLinFactNeighborY="200000">
        <dgm:presLayoutVars>
          <dgm:chPref val="3"/>
        </dgm:presLayoutVars>
      </dgm:prSet>
      <dgm:spPr/>
    </dgm:pt>
    <dgm:pt modelId="{C94B91DC-846A-45FD-8975-8983801891FC}" type="pres">
      <dgm:prSet presAssocID="{B3121C3B-B61C-450D-88A9-38C75CBA28D1}" presName="hierChild4" presStyleCnt="0"/>
      <dgm:spPr/>
    </dgm:pt>
    <dgm:pt modelId="{5FE8845D-65D2-4981-A484-3700828E511F}" type="pres">
      <dgm:prSet presAssocID="{8BC8E62B-EA8D-4345-9A2C-215A6D1EAEEE}" presName="Name10" presStyleLbl="parChTrans1D2" presStyleIdx="1" presStyleCnt="5"/>
      <dgm:spPr/>
    </dgm:pt>
    <dgm:pt modelId="{2628395C-3109-4F49-A9A2-ABE8A3C33017}" type="pres">
      <dgm:prSet presAssocID="{235C5D4D-4871-42EA-8283-BD0EA50157CF}" presName="hierRoot2" presStyleCnt="0"/>
      <dgm:spPr/>
    </dgm:pt>
    <dgm:pt modelId="{51BAF336-01CF-42CF-9E7F-0890FB11B752}" type="pres">
      <dgm:prSet presAssocID="{235C5D4D-4871-42EA-8283-BD0EA50157CF}" presName="composite2" presStyleCnt="0"/>
      <dgm:spPr/>
    </dgm:pt>
    <dgm:pt modelId="{B5429082-F2BA-44B8-AFE3-0B2FA02A56F7}" type="pres">
      <dgm:prSet presAssocID="{235C5D4D-4871-42EA-8283-BD0EA50157CF}" presName="background2" presStyleLbl="node2" presStyleIdx="1" presStyleCnt="5"/>
      <dgm:spPr/>
    </dgm:pt>
    <dgm:pt modelId="{7517C39A-73BB-46B4-AA01-C8E1B282E769}" type="pres">
      <dgm:prSet presAssocID="{235C5D4D-4871-42EA-8283-BD0EA50157CF}" presName="text2" presStyleLbl="fgAcc2" presStyleIdx="1" presStyleCnt="5" custScaleX="179545" custScaleY="65750" custLinFactNeighborX="-48802" custLinFactNeighborY="83349">
        <dgm:presLayoutVars>
          <dgm:chPref val="3"/>
        </dgm:presLayoutVars>
      </dgm:prSet>
      <dgm:spPr/>
    </dgm:pt>
    <dgm:pt modelId="{C6F8D7B1-92A3-4D63-9C0F-6791FC687A25}" type="pres">
      <dgm:prSet presAssocID="{235C5D4D-4871-42EA-8283-BD0EA50157CF}" presName="hierChild3" presStyleCnt="0"/>
      <dgm:spPr/>
    </dgm:pt>
    <dgm:pt modelId="{367799B0-9B23-4E52-82FE-06C5D2775ED2}" type="pres">
      <dgm:prSet presAssocID="{6AE7E4B1-7653-4879-9205-5955B2BADF19}" presName="Name17" presStyleLbl="parChTrans1D3" presStyleIdx="2" presStyleCnt="7"/>
      <dgm:spPr/>
    </dgm:pt>
    <dgm:pt modelId="{E848BC82-5A27-4EA9-B829-4017398DE619}" type="pres">
      <dgm:prSet presAssocID="{F352027B-CD82-417F-8D91-3C2AC8C6DEB5}" presName="hierRoot3" presStyleCnt="0"/>
      <dgm:spPr/>
    </dgm:pt>
    <dgm:pt modelId="{ECE1C611-33ED-4689-A6F5-8D721254AA22}" type="pres">
      <dgm:prSet presAssocID="{F352027B-CD82-417F-8D91-3C2AC8C6DEB5}" presName="composite3" presStyleCnt="0"/>
      <dgm:spPr/>
    </dgm:pt>
    <dgm:pt modelId="{3259250A-AA38-4703-AD12-E8CCBD0BB191}" type="pres">
      <dgm:prSet presAssocID="{F352027B-CD82-417F-8D91-3C2AC8C6DEB5}" presName="background3" presStyleLbl="node3" presStyleIdx="2" presStyleCnt="7"/>
      <dgm:spPr/>
    </dgm:pt>
    <dgm:pt modelId="{505632FB-2EB1-4B5D-A3D3-28894714B2EF}" type="pres">
      <dgm:prSet presAssocID="{F352027B-CD82-417F-8D91-3C2AC8C6DEB5}" presName="text3" presStyleLbl="fgAcc3" presStyleIdx="2" presStyleCnt="7" custScaleX="192182" custScaleY="212447" custLinFactY="34661" custLinFactNeighborX="-87691" custLinFactNeighborY="100000">
        <dgm:presLayoutVars>
          <dgm:chPref val="3"/>
        </dgm:presLayoutVars>
      </dgm:prSet>
      <dgm:spPr/>
    </dgm:pt>
    <dgm:pt modelId="{438EA8F9-82EB-4673-A0EC-7DCEB6C5A3F6}" type="pres">
      <dgm:prSet presAssocID="{F352027B-CD82-417F-8D91-3C2AC8C6DEB5}" presName="hierChild4" presStyleCnt="0"/>
      <dgm:spPr/>
    </dgm:pt>
    <dgm:pt modelId="{FCB32D56-386F-41C8-82EF-6515DF1F6850}" type="pres">
      <dgm:prSet presAssocID="{FE2EBACA-627C-450A-997C-BBD517B27861}" presName="Name17" presStyleLbl="parChTrans1D3" presStyleIdx="3" presStyleCnt="7"/>
      <dgm:spPr/>
    </dgm:pt>
    <dgm:pt modelId="{8D0B3ACC-4385-41FE-9757-BB0CA78E6F4B}" type="pres">
      <dgm:prSet presAssocID="{54A63017-B124-4F2D-B70F-4A0CE0D9C14F}" presName="hierRoot3" presStyleCnt="0"/>
      <dgm:spPr/>
    </dgm:pt>
    <dgm:pt modelId="{213485CA-82AF-4371-99CE-0E486411D695}" type="pres">
      <dgm:prSet presAssocID="{54A63017-B124-4F2D-B70F-4A0CE0D9C14F}" presName="composite3" presStyleCnt="0"/>
      <dgm:spPr/>
    </dgm:pt>
    <dgm:pt modelId="{DC7B5107-3FB9-43F1-8E9C-6F8FEC59AA18}" type="pres">
      <dgm:prSet presAssocID="{54A63017-B124-4F2D-B70F-4A0CE0D9C14F}" presName="background3" presStyleLbl="node3" presStyleIdx="3" presStyleCnt="7"/>
      <dgm:spPr/>
    </dgm:pt>
    <dgm:pt modelId="{6157CA16-9AD7-412D-95F3-FCC7A2C35541}" type="pres">
      <dgm:prSet presAssocID="{54A63017-B124-4F2D-B70F-4A0CE0D9C14F}" presName="text3" presStyleLbl="fgAcc3" presStyleIdx="3" presStyleCnt="7" custScaleX="173073" custScaleY="239791" custLinFactY="34793" custLinFactNeighborX="-2945" custLinFactNeighborY="100000">
        <dgm:presLayoutVars>
          <dgm:chPref val="3"/>
        </dgm:presLayoutVars>
      </dgm:prSet>
      <dgm:spPr/>
    </dgm:pt>
    <dgm:pt modelId="{29FE0F53-8471-4680-882E-7205DA00F663}" type="pres">
      <dgm:prSet presAssocID="{54A63017-B124-4F2D-B70F-4A0CE0D9C14F}" presName="hierChild4" presStyleCnt="0"/>
      <dgm:spPr/>
    </dgm:pt>
    <dgm:pt modelId="{22CCA976-4BB1-418C-B8AD-A976B5A39F39}" type="pres">
      <dgm:prSet presAssocID="{1AF27A2E-D2D6-4564-8A18-299361C83937}" presName="Name10" presStyleLbl="parChTrans1D2" presStyleIdx="2" presStyleCnt="5"/>
      <dgm:spPr/>
    </dgm:pt>
    <dgm:pt modelId="{4E5558C0-E8C7-4E2A-B617-A7E7A01FA8D4}" type="pres">
      <dgm:prSet presAssocID="{D546504F-DD20-4011-87B1-11780F4FBB3D}" presName="hierRoot2" presStyleCnt="0"/>
      <dgm:spPr/>
    </dgm:pt>
    <dgm:pt modelId="{7B402CB2-C04C-4D35-AD28-8AAD256EA3A3}" type="pres">
      <dgm:prSet presAssocID="{D546504F-DD20-4011-87B1-11780F4FBB3D}" presName="composite2" presStyleCnt="0"/>
      <dgm:spPr/>
    </dgm:pt>
    <dgm:pt modelId="{89FF51FB-691E-4DE1-A005-3CCF789C72C0}" type="pres">
      <dgm:prSet presAssocID="{D546504F-DD20-4011-87B1-11780F4FBB3D}" presName="background2" presStyleLbl="node2" presStyleIdx="2" presStyleCnt="5"/>
      <dgm:spPr/>
    </dgm:pt>
    <dgm:pt modelId="{72A96944-130D-44F6-8D4D-3D0A70F5EAED}" type="pres">
      <dgm:prSet presAssocID="{D546504F-DD20-4011-87B1-11780F4FBB3D}" presName="text2" presStyleLbl="fgAcc2" presStyleIdx="2" presStyleCnt="5" custScaleX="176720" custScaleY="179749" custLinFactNeighborX="-17251" custLinFactNeighborY="63869">
        <dgm:presLayoutVars>
          <dgm:chPref val="3"/>
        </dgm:presLayoutVars>
      </dgm:prSet>
      <dgm:spPr/>
    </dgm:pt>
    <dgm:pt modelId="{2AFE99DE-45EB-4BB2-A6A1-C2D2169E1B57}" type="pres">
      <dgm:prSet presAssocID="{D546504F-DD20-4011-87B1-11780F4FBB3D}" presName="hierChild3" presStyleCnt="0"/>
      <dgm:spPr/>
    </dgm:pt>
    <dgm:pt modelId="{E5B4F9F5-E395-487E-A80B-37A3ED90C567}" type="pres">
      <dgm:prSet presAssocID="{783EF962-30DE-40D5-BA7F-1C76646FF268}" presName="Name17" presStyleLbl="parChTrans1D3" presStyleIdx="4" presStyleCnt="7"/>
      <dgm:spPr/>
    </dgm:pt>
    <dgm:pt modelId="{9684021C-CCC4-4F0A-BC3C-D2F51EBDFAFB}" type="pres">
      <dgm:prSet presAssocID="{9BAD7F56-563F-4143-B2CA-11ED4C6E6BFC}" presName="hierRoot3" presStyleCnt="0"/>
      <dgm:spPr/>
    </dgm:pt>
    <dgm:pt modelId="{2CD316B1-4902-4B91-BC6A-F049D6D3AB80}" type="pres">
      <dgm:prSet presAssocID="{9BAD7F56-563F-4143-B2CA-11ED4C6E6BFC}" presName="composite3" presStyleCnt="0"/>
      <dgm:spPr/>
    </dgm:pt>
    <dgm:pt modelId="{8561708D-8B21-4913-BB54-8246ED12C0A1}" type="pres">
      <dgm:prSet presAssocID="{9BAD7F56-563F-4143-B2CA-11ED4C6E6BFC}" presName="background3" presStyleLbl="node3" presStyleIdx="4" presStyleCnt="7"/>
      <dgm:spPr/>
    </dgm:pt>
    <dgm:pt modelId="{CF09BC7F-18D9-4E90-B041-9DE24CD41C80}" type="pres">
      <dgm:prSet presAssocID="{9BAD7F56-563F-4143-B2CA-11ED4C6E6BFC}" presName="text3" presStyleLbl="fgAcc3" presStyleIdx="4" presStyleCnt="7" custScaleX="169725" custScaleY="155967" custLinFactY="100000" custLinFactNeighborX="-487" custLinFactNeighborY="176000">
        <dgm:presLayoutVars>
          <dgm:chPref val="3"/>
        </dgm:presLayoutVars>
      </dgm:prSet>
      <dgm:spPr/>
    </dgm:pt>
    <dgm:pt modelId="{2C6030D5-66F9-4053-8687-8164548749E2}" type="pres">
      <dgm:prSet presAssocID="{9BAD7F56-563F-4143-B2CA-11ED4C6E6BFC}" presName="hierChild4" presStyleCnt="0"/>
      <dgm:spPr/>
    </dgm:pt>
    <dgm:pt modelId="{20A4CB44-5B5F-42A6-9CCF-FB9338124E0F}" type="pres">
      <dgm:prSet presAssocID="{C582DD15-30DD-4C22-9D6C-FF28614452B9}" presName="Name10" presStyleLbl="parChTrans1D2" presStyleIdx="3" presStyleCnt="5"/>
      <dgm:spPr/>
    </dgm:pt>
    <dgm:pt modelId="{2DA461ED-C6A6-47C7-9434-D49EBA3D4E4B}" type="pres">
      <dgm:prSet presAssocID="{6E09677B-46BD-49BA-BF0F-E273C09A7803}" presName="hierRoot2" presStyleCnt="0"/>
      <dgm:spPr/>
    </dgm:pt>
    <dgm:pt modelId="{28B65C00-A536-4331-80D9-65B78D812FDB}" type="pres">
      <dgm:prSet presAssocID="{6E09677B-46BD-49BA-BF0F-E273C09A7803}" presName="composite2" presStyleCnt="0"/>
      <dgm:spPr/>
    </dgm:pt>
    <dgm:pt modelId="{31E4996A-01E1-4DDC-9DB7-E94C3BD66132}" type="pres">
      <dgm:prSet presAssocID="{6E09677B-46BD-49BA-BF0F-E273C09A7803}" presName="background2" presStyleLbl="node2" presStyleIdx="3" presStyleCnt="5"/>
      <dgm:spPr/>
    </dgm:pt>
    <dgm:pt modelId="{D20CD898-9362-48C6-9A36-20280E4E8CCF}" type="pres">
      <dgm:prSet presAssocID="{6E09677B-46BD-49BA-BF0F-E273C09A7803}" presName="text2" presStyleLbl="fgAcc2" presStyleIdx="3" presStyleCnt="5" custScaleX="174517" custLinFactNeighborX="6985" custLinFactNeighborY="71044">
        <dgm:presLayoutVars>
          <dgm:chPref val="3"/>
        </dgm:presLayoutVars>
      </dgm:prSet>
      <dgm:spPr/>
    </dgm:pt>
    <dgm:pt modelId="{9F74BEFE-8710-44E5-8C17-D5BA029551AB}" type="pres">
      <dgm:prSet presAssocID="{6E09677B-46BD-49BA-BF0F-E273C09A7803}" presName="hierChild3" presStyleCnt="0"/>
      <dgm:spPr/>
    </dgm:pt>
    <dgm:pt modelId="{B4589579-9656-4D28-8C3B-5C8D9ACE7F9C}" type="pres">
      <dgm:prSet presAssocID="{D2745D53-948C-4DE4-B75C-1D1C9462333A}" presName="Name17" presStyleLbl="parChTrans1D3" presStyleIdx="5" presStyleCnt="7"/>
      <dgm:spPr/>
    </dgm:pt>
    <dgm:pt modelId="{59D862C1-3B85-46C1-B616-72E9FA662B83}" type="pres">
      <dgm:prSet presAssocID="{351F178C-3A96-4D10-9480-949EAF865E4D}" presName="hierRoot3" presStyleCnt="0"/>
      <dgm:spPr/>
    </dgm:pt>
    <dgm:pt modelId="{3F57A2E5-A4B5-4596-B698-9280279BB421}" type="pres">
      <dgm:prSet presAssocID="{351F178C-3A96-4D10-9480-949EAF865E4D}" presName="composite3" presStyleCnt="0"/>
      <dgm:spPr/>
    </dgm:pt>
    <dgm:pt modelId="{7DFD2839-79C9-4D05-8D28-82E96250D216}" type="pres">
      <dgm:prSet presAssocID="{351F178C-3A96-4D10-9480-949EAF865E4D}" presName="background3" presStyleLbl="node3" presStyleIdx="5" presStyleCnt="7"/>
      <dgm:spPr/>
    </dgm:pt>
    <dgm:pt modelId="{7ECADF57-3E0C-42DE-8573-3163FE467B35}" type="pres">
      <dgm:prSet presAssocID="{351F178C-3A96-4D10-9480-949EAF865E4D}" presName="text3" presStyleLbl="fgAcc3" presStyleIdx="5" presStyleCnt="7" custScaleX="182078" custScaleY="292686" custLinFactY="100000" custLinFactNeighborX="6985" custLinFactNeighborY="157612">
        <dgm:presLayoutVars>
          <dgm:chPref val="3"/>
        </dgm:presLayoutVars>
      </dgm:prSet>
      <dgm:spPr/>
    </dgm:pt>
    <dgm:pt modelId="{8039F508-1752-4080-B8CE-F1E629D45366}" type="pres">
      <dgm:prSet presAssocID="{351F178C-3A96-4D10-9480-949EAF865E4D}" presName="hierChild4" presStyleCnt="0"/>
      <dgm:spPr/>
    </dgm:pt>
    <dgm:pt modelId="{44326754-4A62-473A-99A9-1560726FB930}" type="pres">
      <dgm:prSet presAssocID="{39100670-EC6A-4DFB-91D2-38CBDD25F87B}" presName="Name10" presStyleLbl="parChTrans1D2" presStyleIdx="4" presStyleCnt="5"/>
      <dgm:spPr/>
    </dgm:pt>
    <dgm:pt modelId="{175DB477-858C-440B-BECD-43BF9CAFD220}" type="pres">
      <dgm:prSet presAssocID="{450848F5-85CA-4D1D-86E3-B9DC1A248C1D}" presName="hierRoot2" presStyleCnt="0"/>
      <dgm:spPr/>
    </dgm:pt>
    <dgm:pt modelId="{D206DD07-FC29-40C4-8C22-199EFA24684F}" type="pres">
      <dgm:prSet presAssocID="{450848F5-85CA-4D1D-86E3-B9DC1A248C1D}" presName="composite2" presStyleCnt="0"/>
      <dgm:spPr/>
    </dgm:pt>
    <dgm:pt modelId="{3F13CF7F-D240-4071-A1D4-C70332218EDF}" type="pres">
      <dgm:prSet presAssocID="{450848F5-85CA-4D1D-86E3-B9DC1A248C1D}" presName="background2" presStyleLbl="node2" presStyleIdx="4" presStyleCnt="5"/>
      <dgm:spPr/>
    </dgm:pt>
    <dgm:pt modelId="{15915BA0-BD47-4319-A148-478C9C0AB08F}" type="pres">
      <dgm:prSet presAssocID="{450848F5-85CA-4D1D-86E3-B9DC1A248C1D}" presName="text2" presStyleLbl="fgAcc2" presStyleIdx="4" presStyleCnt="5" custScaleX="148236" custScaleY="292217" custLinFactNeighborX="-7991" custLinFactNeighborY="44632">
        <dgm:presLayoutVars>
          <dgm:chPref val="3"/>
        </dgm:presLayoutVars>
      </dgm:prSet>
      <dgm:spPr/>
    </dgm:pt>
    <dgm:pt modelId="{6A16AA1C-2BC5-4948-9701-23BAA45784F9}" type="pres">
      <dgm:prSet presAssocID="{450848F5-85CA-4D1D-86E3-B9DC1A248C1D}" presName="hierChild3" presStyleCnt="0"/>
      <dgm:spPr/>
    </dgm:pt>
    <dgm:pt modelId="{6A2C6A1E-4F57-4B1C-AB42-DC8FB07904CB}" type="pres">
      <dgm:prSet presAssocID="{C100FC12-1F80-485C-9B8A-D6AE57CB2EBA}" presName="Name17" presStyleLbl="parChTrans1D3" presStyleIdx="6" presStyleCnt="7"/>
      <dgm:spPr/>
    </dgm:pt>
    <dgm:pt modelId="{7E18DCC9-C02E-440F-B23F-B81D27CA8D9E}" type="pres">
      <dgm:prSet presAssocID="{77D4F8B5-5A4A-4F53-90D6-5989505BBF70}" presName="hierRoot3" presStyleCnt="0"/>
      <dgm:spPr/>
    </dgm:pt>
    <dgm:pt modelId="{732A2072-C038-4380-B2FA-B2B5656D6C44}" type="pres">
      <dgm:prSet presAssocID="{77D4F8B5-5A4A-4F53-90D6-5989505BBF70}" presName="composite3" presStyleCnt="0"/>
      <dgm:spPr/>
    </dgm:pt>
    <dgm:pt modelId="{230C11E6-55A3-4CED-954D-87534E5F4452}" type="pres">
      <dgm:prSet presAssocID="{77D4F8B5-5A4A-4F53-90D6-5989505BBF70}" presName="background3" presStyleLbl="node3" presStyleIdx="6" presStyleCnt="7"/>
      <dgm:spPr/>
    </dgm:pt>
    <dgm:pt modelId="{0AF647EE-FF3A-49C0-9033-81F4AB997D91}" type="pres">
      <dgm:prSet presAssocID="{77D4F8B5-5A4A-4F53-90D6-5989505BBF70}" presName="text3" presStyleLbl="fgAcc3" presStyleIdx="6" presStyleCnt="7" custScaleX="236290" custScaleY="303058" custLinFactX="214241" custLinFactY="20895" custLinFactNeighborX="300000" custLinFactNeighborY="100000">
        <dgm:presLayoutVars>
          <dgm:chPref val="3"/>
        </dgm:presLayoutVars>
      </dgm:prSet>
      <dgm:spPr/>
    </dgm:pt>
    <dgm:pt modelId="{CD55A139-3AFB-48F3-AAFF-45668A586A27}" type="pres">
      <dgm:prSet presAssocID="{77D4F8B5-5A4A-4F53-90D6-5989505BBF70}" presName="hierChild4" presStyleCnt="0"/>
      <dgm:spPr/>
    </dgm:pt>
  </dgm:ptLst>
  <dgm:cxnLst>
    <dgm:cxn modelId="{04FB3F04-7AC7-46AA-963B-8FD181B4B60F}" type="presOf" srcId="{54A63017-B124-4F2D-B70F-4A0CE0D9C14F}" destId="{6157CA16-9AD7-412D-95F3-FCC7A2C35541}" srcOrd="0" destOrd="0" presId="urn:microsoft.com/office/officeart/2005/8/layout/hierarchy1"/>
    <dgm:cxn modelId="{C0B5A304-6C6D-4B48-AF3E-E39EBC01EA12}" type="presOf" srcId="{61206A84-BEDD-4DB4-8874-FFF9BF9BD0A3}" destId="{A5DBB1FC-2817-4666-896F-613F40675E25}" srcOrd="0" destOrd="0" presId="urn:microsoft.com/office/officeart/2005/8/layout/hierarchy1"/>
    <dgm:cxn modelId="{4AF7330D-A736-481A-AE98-83B80B600AA2}" type="presOf" srcId="{F352027B-CD82-417F-8D91-3C2AC8C6DEB5}" destId="{505632FB-2EB1-4B5D-A3D3-28894714B2EF}" srcOrd="0" destOrd="0" presId="urn:microsoft.com/office/officeart/2005/8/layout/hierarchy1"/>
    <dgm:cxn modelId="{2A956D0E-A646-4F95-96F0-D18DF069D582}" type="presOf" srcId="{450848F5-85CA-4D1D-86E3-B9DC1A248C1D}" destId="{15915BA0-BD47-4319-A148-478C9C0AB08F}" srcOrd="0" destOrd="0" presId="urn:microsoft.com/office/officeart/2005/8/layout/hierarchy1"/>
    <dgm:cxn modelId="{50686A12-96E5-4E0E-8FCF-91D529EFDCB9}" srcId="{7DA65B01-44B9-4591-83B3-B4BF729B5F12}" destId="{B3121C3B-B61C-450D-88A9-38C75CBA28D1}" srcOrd="1" destOrd="0" parTransId="{3C639C13-14EF-4D93-B56F-D901DC039493}" sibTransId="{45D41083-EFAB-4A80-A68C-261CBB621EDC}"/>
    <dgm:cxn modelId="{5751F518-1B7B-4BEA-B90B-9DDE4ED5599F}" type="presOf" srcId="{D4E6DFBA-190C-4C28-B376-143731FB490A}" destId="{16F03BF2-A9C1-47E8-9C47-A9810FF26113}" srcOrd="0" destOrd="0" presId="urn:microsoft.com/office/officeart/2005/8/layout/hierarchy1"/>
    <dgm:cxn modelId="{36F4B41C-18BB-4475-97C3-C317C8B06B3D}" type="presOf" srcId="{C100FC12-1F80-485C-9B8A-D6AE57CB2EBA}" destId="{6A2C6A1E-4F57-4B1C-AB42-DC8FB07904CB}" srcOrd="0" destOrd="0" presId="urn:microsoft.com/office/officeart/2005/8/layout/hierarchy1"/>
    <dgm:cxn modelId="{33016029-5156-495C-A44F-074D13B79019}" srcId="{D546504F-DD20-4011-87B1-11780F4FBB3D}" destId="{9BAD7F56-563F-4143-B2CA-11ED4C6E6BFC}" srcOrd="0" destOrd="0" parTransId="{783EF962-30DE-40D5-BA7F-1C76646FF268}" sibTransId="{4EF7F694-0C52-443C-8E75-30496A048D46}"/>
    <dgm:cxn modelId="{CAEAAA29-F5B7-4BDE-BBBF-62448EE2BE71}" srcId="{56455F02-CC35-441E-BB1C-715852F01967}" destId="{235C5D4D-4871-42EA-8283-BD0EA50157CF}" srcOrd="1" destOrd="0" parTransId="{8BC8E62B-EA8D-4345-9A2C-215A6D1EAEEE}" sibTransId="{63F41CB4-A493-4A8E-9B6B-21A503D2640B}"/>
    <dgm:cxn modelId="{EF143236-10D8-4F76-8B1C-E30C295CC235}" srcId="{7DA65B01-44B9-4591-83B3-B4BF729B5F12}" destId="{E587CF60-CCB2-46D8-A33E-2F05B015B59F}" srcOrd="0" destOrd="0" parTransId="{D4E6DFBA-190C-4C28-B376-143731FB490A}" sibTransId="{1B54B35F-A928-4D4D-ACC0-1C6CA4F791ED}"/>
    <dgm:cxn modelId="{479B813F-58EF-4BD3-B41E-1E5834C9C91F}" type="presOf" srcId="{77D4F8B5-5A4A-4F53-90D6-5989505BBF70}" destId="{0AF647EE-FF3A-49C0-9033-81F4AB997D91}" srcOrd="0" destOrd="0" presId="urn:microsoft.com/office/officeart/2005/8/layout/hierarchy1"/>
    <dgm:cxn modelId="{58E6C342-4D24-4741-80A9-8270805C5AFA}" type="presOf" srcId="{1AF27A2E-D2D6-4564-8A18-299361C83937}" destId="{22CCA976-4BB1-418C-B8AD-A976B5A39F39}" srcOrd="0" destOrd="0" presId="urn:microsoft.com/office/officeart/2005/8/layout/hierarchy1"/>
    <dgm:cxn modelId="{B82D926B-3FE6-41FA-8522-B9B385B96740}" type="presOf" srcId="{351F178C-3A96-4D10-9480-949EAF865E4D}" destId="{7ECADF57-3E0C-42DE-8573-3163FE467B35}" srcOrd="0" destOrd="0" presId="urn:microsoft.com/office/officeart/2005/8/layout/hierarchy1"/>
    <dgm:cxn modelId="{5230D56C-00D2-4C4F-8A2F-CFE65E3F460B}" srcId="{56455F02-CC35-441E-BB1C-715852F01967}" destId="{450848F5-85CA-4D1D-86E3-B9DC1A248C1D}" srcOrd="4" destOrd="0" parTransId="{39100670-EC6A-4DFB-91D2-38CBDD25F87B}" sibTransId="{9F814C87-9E7D-4452-AEEC-DC1D74329C47}"/>
    <dgm:cxn modelId="{E394086D-56D6-440D-B7A2-D1D32D201052}" type="presOf" srcId="{7DA65B01-44B9-4591-83B3-B4BF729B5F12}" destId="{575271AB-8CBD-4022-91BE-BDD3CAD7678A}" srcOrd="0" destOrd="0" presId="urn:microsoft.com/office/officeart/2005/8/layout/hierarchy1"/>
    <dgm:cxn modelId="{0873E84F-D90F-4359-96FB-2B71E61F1C56}" type="presOf" srcId="{D546504F-DD20-4011-87B1-11780F4FBB3D}" destId="{72A96944-130D-44F6-8D4D-3D0A70F5EAED}" srcOrd="0" destOrd="0" presId="urn:microsoft.com/office/officeart/2005/8/layout/hierarchy1"/>
    <dgm:cxn modelId="{C8229E72-DA23-401D-92EB-1E3492BCFD70}" type="presOf" srcId="{3C639C13-14EF-4D93-B56F-D901DC039493}" destId="{56D203F6-0A82-44E7-A46F-0788BB50C7C8}" srcOrd="0" destOrd="0" presId="urn:microsoft.com/office/officeart/2005/8/layout/hierarchy1"/>
    <dgm:cxn modelId="{79687873-23D8-4B23-BA23-57A58ADFC3A8}" type="presOf" srcId="{783EF962-30DE-40D5-BA7F-1C76646FF268}" destId="{E5B4F9F5-E395-487E-A80B-37A3ED90C567}" srcOrd="0" destOrd="0" presId="urn:microsoft.com/office/officeart/2005/8/layout/hierarchy1"/>
    <dgm:cxn modelId="{13EE8253-EA61-428D-B73C-80A159AC5577}" type="presOf" srcId="{56455F02-CC35-441E-BB1C-715852F01967}" destId="{ACC60AD1-B8BB-4465-9FCE-9024E0F93727}" srcOrd="0" destOrd="0" presId="urn:microsoft.com/office/officeart/2005/8/layout/hierarchy1"/>
    <dgm:cxn modelId="{DEFE1682-6C89-4349-8DCC-30AA435D6EDA}" type="presOf" srcId="{6AE7E4B1-7653-4879-9205-5955B2BADF19}" destId="{367799B0-9B23-4E52-82FE-06C5D2775ED2}" srcOrd="0" destOrd="0" presId="urn:microsoft.com/office/officeart/2005/8/layout/hierarchy1"/>
    <dgm:cxn modelId="{34D75785-94E9-47C3-B057-062485FF00A0}" srcId="{450848F5-85CA-4D1D-86E3-B9DC1A248C1D}" destId="{77D4F8B5-5A4A-4F53-90D6-5989505BBF70}" srcOrd="0" destOrd="0" parTransId="{C100FC12-1F80-485C-9B8A-D6AE57CB2EBA}" sibTransId="{01536DF4-0B11-4654-AD69-13763F66FF4C}"/>
    <dgm:cxn modelId="{C5759C86-741F-4DD7-9057-B1894ACC05A5}" type="presOf" srcId="{9BAD7F56-563F-4143-B2CA-11ED4C6E6BFC}" destId="{CF09BC7F-18D9-4E90-B041-9DE24CD41C80}" srcOrd="0" destOrd="0" presId="urn:microsoft.com/office/officeart/2005/8/layout/hierarchy1"/>
    <dgm:cxn modelId="{D81E0A8B-8FF3-4855-885A-C4D8A9156409}" srcId="{9D5BA993-6452-470D-8942-682688FF7CB1}" destId="{56455F02-CC35-441E-BB1C-715852F01967}" srcOrd="0" destOrd="0" parTransId="{F3D96B09-9A54-4F6C-86CC-E4F6938BA7DA}" sibTransId="{813560A9-AFE9-4A8A-9C14-09A6C94F9F53}"/>
    <dgm:cxn modelId="{2CE7A98B-5764-45C1-AC31-7C26C60F2056}" type="presOf" srcId="{8BC8E62B-EA8D-4345-9A2C-215A6D1EAEEE}" destId="{5FE8845D-65D2-4981-A484-3700828E511F}" srcOrd="0" destOrd="0" presId="urn:microsoft.com/office/officeart/2005/8/layout/hierarchy1"/>
    <dgm:cxn modelId="{01827295-BDC5-456B-ACC5-CCDAF075579B}" srcId="{6E09677B-46BD-49BA-BF0F-E273C09A7803}" destId="{351F178C-3A96-4D10-9480-949EAF865E4D}" srcOrd="0" destOrd="0" parTransId="{D2745D53-948C-4DE4-B75C-1D1C9462333A}" sibTransId="{3AA91844-799A-43FF-9C7C-953A51E8866C}"/>
    <dgm:cxn modelId="{09775698-D940-4020-AC36-DAE3CABA6B39}" type="presOf" srcId="{6E09677B-46BD-49BA-BF0F-E273C09A7803}" destId="{D20CD898-9362-48C6-9A36-20280E4E8CCF}" srcOrd="0" destOrd="0" presId="urn:microsoft.com/office/officeart/2005/8/layout/hierarchy1"/>
    <dgm:cxn modelId="{A1286B9D-D7B4-43A8-9EE5-A6BD059A5E0F}" type="presOf" srcId="{D2745D53-948C-4DE4-B75C-1D1C9462333A}" destId="{B4589579-9656-4D28-8C3B-5C8D9ACE7F9C}" srcOrd="0" destOrd="0" presId="urn:microsoft.com/office/officeart/2005/8/layout/hierarchy1"/>
    <dgm:cxn modelId="{84081FB1-DFCB-4EEC-972E-69FFA56DD156}" type="presOf" srcId="{FE2EBACA-627C-450A-997C-BBD517B27861}" destId="{FCB32D56-386F-41C8-82EF-6515DF1F6850}" srcOrd="0" destOrd="0" presId="urn:microsoft.com/office/officeart/2005/8/layout/hierarchy1"/>
    <dgm:cxn modelId="{C54F13B2-1F8E-4815-BC23-2A1AF26D84A8}" srcId="{235C5D4D-4871-42EA-8283-BD0EA50157CF}" destId="{54A63017-B124-4F2D-B70F-4A0CE0D9C14F}" srcOrd="1" destOrd="0" parTransId="{FE2EBACA-627C-450A-997C-BBD517B27861}" sibTransId="{A12892CB-FB2A-459E-BEFF-B9220F5532C9}"/>
    <dgm:cxn modelId="{F6B84FB2-B2B0-4D6F-8D98-74D58E67C57C}" type="presOf" srcId="{E587CF60-CCB2-46D8-A33E-2F05B015B59F}" destId="{6E144E19-3F7E-41D8-9BC5-995247BA9794}" srcOrd="0" destOrd="0" presId="urn:microsoft.com/office/officeart/2005/8/layout/hierarchy1"/>
    <dgm:cxn modelId="{53EE35C4-7FFD-4A77-BEEA-57E362B33B81}" srcId="{235C5D4D-4871-42EA-8283-BD0EA50157CF}" destId="{F352027B-CD82-417F-8D91-3C2AC8C6DEB5}" srcOrd="0" destOrd="0" parTransId="{6AE7E4B1-7653-4879-9205-5955B2BADF19}" sibTransId="{15919E2B-EC97-4AF1-87E4-85E682613A74}"/>
    <dgm:cxn modelId="{74679BD0-6086-46B0-9050-C9B7FAE16AE9}" srcId="{56455F02-CC35-441E-BB1C-715852F01967}" destId="{6E09677B-46BD-49BA-BF0F-E273C09A7803}" srcOrd="3" destOrd="0" parTransId="{C582DD15-30DD-4C22-9D6C-FF28614452B9}" sibTransId="{7AC0735F-0E4D-4A78-90F0-E9AC49C70698}"/>
    <dgm:cxn modelId="{96C816D3-9E63-406F-9F13-5C64444E92E7}" type="presOf" srcId="{235C5D4D-4871-42EA-8283-BD0EA50157CF}" destId="{7517C39A-73BB-46B4-AA01-C8E1B282E769}" srcOrd="0" destOrd="0" presId="urn:microsoft.com/office/officeart/2005/8/layout/hierarchy1"/>
    <dgm:cxn modelId="{4637E8D6-C145-4D85-A11C-5CBBAFCAA2D4}" srcId="{56455F02-CC35-441E-BB1C-715852F01967}" destId="{7DA65B01-44B9-4591-83B3-B4BF729B5F12}" srcOrd="0" destOrd="0" parTransId="{61206A84-BEDD-4DB4-8874-FFF9BF9BD0A3}" sibTransId="{BB0A67EB-680A-4CAC-AEAB-D78BED12928E}"/>
    <dgm:cxn modelId="{2933C8DA-EA4E-46A5-B909-15127E9F7AD3}" type="presOf" srcId="{39100670-EC6A-4DFB-91D2-38CBDD25F87B}" destId="{44326754-4A62-473A-99A9-1560726FB930}" srcOrd="0" destOrd="0" presId="urn:microsoft.com/office/officeart/2005/8/layout/hierarchy1"/>
    <dgm:cxn modelId="{1AAA33E4-50EE-405C-9048-2347C5B5A5D5}" type="presOf" srcId="{C582DD15-30DD-4C22-9D6C-FF28614452B9}" destId="{20A4CB44-5B5F-42A6-9CCF-FB9338124E0F}" srcOrd="0" destOrd="0" presId="urn:microsoft.com/office/officeart/2005/8/layout/hierarchy1"/>
    <dgm:cxn modelId="{72EC7AE7-E88C-4B8E-9581-E32AD1FABA95}" srcId="{56455F02-CC35-441E-BB1C-715852F01967}" destId="{D546504F-DD20-4011-87B1-11780F4FBB3D}" srcOrd="2" destOrd="0" parTransId="{1AF27A2E-D2D6-4564-8A18-299361C83937}" sibTransId="{5C514901-8819-4B06-812A-636C77E4B94D}"/>
    <dgm:cxn modelId="{E8D4C4F9-7491-4AEC-A86D-637FDE6B8B21}" type="presOf" srcId="{9D5BA993-6452-470D-8942-682688FF7CB1}" destId="{09A67640-B202-409C-AFBF-C18860FB2C67}" srcOrd="0" destOrd="0" presId="urn:microsoft.com/office/officeart/2005/8/layout/hierarchy1"/>
    <dgm:cxn modelId="{71C7E1FF-6262-49E8-89D0-96AB6E64317E}" type="presOf" srcId="{B3121C3B-B61C-450D-88A9-38C75CBA28D1}" destId="{BFF4CD8C-CB6F-4713-AE6F-2EE2FCFE3AF0}" srcOrd="0" destOrd="0" presId="urn:microsoft.com/office/officeart/2005/8/layout/hierarchy1"/>
    <dgm:cxn modelId="{C811CB1C-EDDC-41DD-836A-E5C11AF6EC37}" type="presParOf" srcId="{09A67640-B202-409C-AFBF-C18860FB2C67}" destId="{1400FBD8-11A7-419E-BDAC-595303472208}" srcOrd="0" destOrd="0" presId="urn:microsoft.com/office/officeart/2005/8/layout/hierarchy1"/>
    <dgm:cxn modelId="{0323E310-73AE-4A4B-8B88-C939F16618CF}" type="presParOf" srcId="{1400FBD8-11A7-419E-BDAC-595303472208}" destId="{0ECF5238-65B7-405A-B0D4-FD5E2961A08B}" srcOrd="0" destOrd="0" presId="urn:microsoft.com/office/officeart/2005/8/layout/hierarchy1"/>
    <dgm:cxn modelId="{A379B871-6AB8-40F4-8D92-16247BDE1936}" type="presParOf" srcId="{0ECF5238-65B7-405A-B0D4-FD5E2961A08B}" destId="{1ED700E3-C6E8-45C4-97E0-B03C7C50377B}" srcOrd="0" destOrd="0" presId="urn:microsoft.com/office/officeart/2005/8/layout/hierarchy1"/>
    <dgm:cxn modelId="{2AC0EB10-0140-45D6-A642-FA64FB1A4945}" type="presParOf" srcId="{0ECF5238-65B7-405A-B0D4-FD5E2961A08B}" destId="{ACC60AD1-B8BB-4465-9FCE-9024E0F93727}" srcOrd="1" destOrd="0" presId="urn:microsoft.com/office/officeart/2005/8/layout/hierarchy1"/>
    <dgm:cxn modelId="{5A884AA9-73DD-4CDE-956D-8260E42E670A}" type="presParOf" srcId="{1400FBD8-11A7-419E-BDAC-595303472208}" destId="{30AFF447-89A5-44AD-87AB-F91DE8A65D3C}" srcOrd="1" destOrd="0" presId="urn:microsoft.com/office/officeart/2005/8/layout/hierarchy1"/>
    <dgm:cxn modelId="{AF67F284-C860-458B-84D6-37B554A9345B}" type="presParOf" srcId="{30AFF447-89A5-44AD-87AB-F91DE8A65D3C}" destId="{A5DBB1FC-2817-4666-896F-613F40675E25}" srcOrd="0" destOrd="0" presId="urn:microsoft.com/office/officeart/2005/8/layout/hierarchy1"/>
    <dgm:cxn modelId="{7825F10F-8564-4D39-9524-70925608BC32}" type="presParOf" srcId="{30AFF447-89A5-44AD-87AB-F91DE8A65D3C}" destId="{E3F5CDED-2824-4751-A4C1-8751A034F3F0}" srcOrd="1" destOrd="0" presId="urn:microsoft.com/office/officeart/2005/8/layout/hierarchy1"/>
    <dgm:cxn modelId="{ECDF8A4F-0B1C-4CAF-A3DD-6A7BD066F740}" type="presParOf" srcId="{E3F5CDED-2824-4751-A4C1-8751A034F3F0}" destId="{102F450E-7B90-4982-BFAA-3CFC158A5470}" srcOrd="0" destOrd="0" presId="urn:microsoft.com/office/officeart/2005/8/layout/hierarchy1"/>
    <dgm:cxn modelId="{FE4544DB-2CCE-4CBA-8C77-A18B2BA21595}" type="presParOf" srcId="{102F450E-7B90-4982-BFAA-3CFC158A5470}" destId="{932AF139-22C2-4229-B72C-08DAC4735CBF}" srcOrd="0" destOrd="0" presId="urn:microsoft.com/office/officeart/2005/8/layout/hierarchy1"/>
    <dgm:cxn modelId="{0EE4D63F-9E00-4557-976C-AFC8C755FD03}" type="presParOf" srcId="{102F450E-7B90-4982-BFAA-3CFC158A5470}" destId="{575271AB-8CBD-4022-91BE-BDD3CAD7678A}" srcOrd="1" destOrd="0" presId="urn:microsoft.com/office/officeart/2005/8/layout/hierarchy1"/>
    <dgm:cxn modelId="{A1B65E62-13B4-428B-A047-B0CA7CABD834}" type="presParOf" srcId="{E3F5CDED-2824-4751-A4C1-8751A034F3F0}" destId="{B8EFAF9D-1DAE-47A7-9873-F735C6244895}" srcOrd="1" destOrd="0" presId="urn:microsoft.com/office/officeart/2005/8/layout/hierarchy1"/>
    <dgm:cxn modelId="{214456AB-CF24-452E-9307-A22F6438BE61}" type="presParOf" srcId="{B8EFAF9D-1DAE-47A7-9873-F735C6244895}" destId="{16F03BF2-A9C1-47E8-9C47-A9810FF26113}" srcOrd="0" destOrd="0" presId="urn:microsoft.com/office/officeart/2005/8/layout/hierarchy1"/>
    <dgm:cxn modelId="{C57EA89D-9B76-4D89-B436-19562627EFB8}" type="presParOf" srcId="{B8EFAF9D-1DAE-47A7-9873-F735C6244895}" destId="{CCE8BE50-6EBB-41DC-96DF-6CB8577B9929}" srcOrd="1" destOrd="0" presId="urn:microsoft.com/office/officeart/2005/8/layout/hierarchy1"/>
    <dgm:cxn modelId="{45F849C1-568F-4765-A0EC-A802046D9DDB}" type="presParOf" srcId="{CCE8BE50-6EBB-41DC-96DF-6CB8577B9929}" destId="{BCF6B789-75A6-4E4F-9569-DCE5215EB715}" srcOrd="0" destOrd="0" presId="urn:microsoft.com/office/officeart/2005/8/layout/hierarchy1"/>
    <dgm:cxn modelId="{B8F06AF4-5FF6-4730-B397-1583CF963586}" type="presParOf" srcId="{BCF6B789-75A6-4E4F-9569-DCE5215EB715}" destId="{22A1A00D-B72C-4D44-A569-E69C842B1CC1}" srcOrd="0" destOrd="0" presId="urn:microsoft.com/office/officeart/2005/8/layout/hierarchy1"/>
    <dgm:cxn modelId="{35125B02-5918-4B42-AFFE-347C226C73AE}" type="presParOf" srcId="{BCF6B789-75A6-4E4F-9569-DCE5215EB715}" destId="{6E144E19-3F7E-41D8-9BC5-995247BA9794}" srcOrd="1" destOrd="0" presId="urn:microsoft.com/office/officeart/2005/8/layout/hierarchy1"/>
    <dgm:cxn modelId="{54FFCC4E-1BB0-4DBF-97C4-F2C9DB169F28}" type="presParOf" srcId="{CCE8BE50-6EBB-41DC-96DF-6CB8577B9929}" destId="{7094C177-728D-4B5B-947A-E96399AFBE54}" srcOrd="1" destOrd="0" presId="urn:microsoft.com/office/officeart/2005/8/layout/hierarchy1"/>
    <dgm:cxn modelId="{A36DDF89-E7A6-4F09-B19A-F1C036543CF6}" type="presParOf" srcId="{B8EFAF9D-1DAE-47A7-9873-F735C6244895}" destId="{56D203F6-0A82-44E7-A46F-0788BB50C7C8}" srcOrd="2" destOrd="0" presId="urn:microsoft.com/office/officeart/2005/8/layout/hierarchy1"/>
    <dgm:cxn modelId="{B4866BCB-0C65-4F3F-A5A3-EE9928E41C3E}" type="presParOf" srcId="{B8EFAF9D-1DAE-47A7-9873-F735C6244895}" destId="{AA207521-73B9-451E-81C7-C1F7BB11A24E}" srcOrd="3" destOrd="0" presId="urn:microsoft.com/office/officeart/2005/8/layout/hierarchy1"/>
    <dgm:cxn modelId="{FFD54764-D2B0-44A0-8E38-B92FF4081D64}" type="presParOf" srcId="{AA207521-73B9-451E-81C7-C1F7BB11A24E}" destId="{5308B29B-172E-4CB7-907B-054CE98D4AC7}" srcOrd="0" destOrd="0" presId="urn:microsoft.com/office/officeart/2005/8/layout/hierarchy1"/>
    <dgm:cxn modelId="{06BE6A6D-306E-481A-9CF0-2BDB5B4A7ED0}" type="presParOf" srcId="{5308B29B-172E-4CB7-907B-054CE98D4AC7}" destId="{7AB0DEB0-FFF3-47EC-9D89-4CD30E9E99F5}" srcOrd="0" destOrd="0" presId="urn:microsoft.com/office/officeart/2005/8/layout/hierarchy1"/>
    <dgm:cxn modelId="{954F38E5-249F-478E-BBD8-E5675098CBED}" type="presParOf" srcId="{5308B29B-172E-4CB7-907B-054CE98D4AC7}" destId="{BFF4CD8C-CB6F-4713-AE6F-2EE2FCFE3AF0}" srcOrd="1" destOrd="0" presId="urn:microsoft.com/office/officeart/2005/8/layout/hierarchy1"/>
    <dgm:cxn modelId="{1D1179AE-FCDE-4E86-A012-03113188277C}" type="presParOf" srcId="{AA207521-73B9-451E-81C7-C1F7BB11A24E}" destId="{C94B91DC-846A-45FD-8975-8983801891FC}" srcOrd="1" destOrd="0" presId="urn:microsoft.com/office/officeart/2005/8/layout/hierarchy1"/>
    <dgm:cxn modelId="{B6AD32A1-00B5-471B-9AEC-683FA24AEAAF}" type="presParOf" srcId="{30AFF447-89A5-44AD-87AB-F91DE8A65D3C}" destId="{5FE8845D-65D2-4981-A484-3700828E511F}" srcOrd="2" destOrd="0" presId="urn:microsoft.com/office/officeart/2005/8/layout/hierarchy1"/>
    <dgm:cxn modelId="{78355536-DEB8-4B38-AD47-3721B5AC284A}" type="presParOf" srcId="{30AFF447-89A5-44AD-87AB-F91DE8A65D3C}" destId="{2628395C-3109-4F49-A9A2-ABE8A3C33017}" srcOrd="3" destOrd="0" presId="urn:microsoft.com/office/officeart/2005/8/layout/hierarchy1"/>
    <dgm:cxn modelId="{0B19A1FC-B181-436E-AFA8-9089469E355D}" type="presParOf" srcId="{2628395C-3109-4F49-A9A2-ABE8A3C33017}" destId="{51BAF336-01CF-42CF-9E7F-0890FB11B752}" srcOrd="0" destOrd="0" presId="urn:microsoft.com/office/officeart/2005/8/layout/hierarchy1"/>
    <dgm:cxn modelId="{15F1792B-11AB-4229-A5C2-998A27933156}" type="presParOf" srcId="{51BAF336-01CF-42CF-9E7F-0890FB11B752}" destId="{B5429082-F2BA-44B8-AFE3-0B2FA02A56F7}" srcOrd="0" destOrd="0" presId="urn:microsoft.com/office/officeart/2005/8/layout/hierarchy1"/>
    <dgm:cxn modelId="{D453B15B-8F75-44F8-A04C-D0689F9F131A}" type="presParOf" srcId="{51BAF336-01CF-42CF-9E7F-0890FB11B752}" destId="{7517C39A-73BB-46B4-AA01-C8E1B282E769}" srcOrd="1" destOrd="0" presId="urn:microsoft.com/office/officeart/2005/8/layout/hierarchy1"/>
    <dgm:cxn modelId="{F87336F9-9935-49AE-910F-5AF4397F3852}" type="presParOf" srcId="{2628395C-3109-4F49-A9A2-ABE8A3C33017}" destId="{C6F8D7B1-92A3-4D63-9C0F-6791FC687A25}" srcOrd="1" destOrd="0" presId="urn:microsoft.com/office/officeart/2005/8/layout/hierarchy1"/>
    <dgm:cxn modelId="{54AC8D88-81D9-4ACB-ADA6-3D3827A66232}" type="presParOf" srcId="{C6F8D7B1-92A3-4D63-9C0F-6791FC687A25}" destId="{367799B0-9B23-4E52-82FE-06C5D2775ED2}" srcOrd="0" destOrd="0" presId="urn:microsoft.com/office/officeart/2005/8/layout/hierarchy1"/>
    <dgm:cxn modelId="{9961E1BE-EACB-4CA9-9331-0952AF851561}" type="presParOf" srcId="{C6F8D7B1-92A3-4D63-9C0F-6791FC687A25}" destId="{E848BC82-5A27-4EA9-B829-4017398DE619}" srcOrd="1" destOrd="0" presId="urn:microsoft.com/office/officeart/2005/8/layout/hierarchy1"/>
    <dgm:cxn modelId="{FCC0034E-10D3-4D13-BB96-1776191D636E}" type="presParOf" srcId="{E848BC82-5A27-4EA9-B829-4017398DE619}" destId="{ECE1C611-33ED-4689-A6F5-8D721254AA22}" srcOrd="0" destOrd="0" presId="urn:microsoft.com/office/officeart/2005/8/layout/hierarchy1"/>
    <dgm:cxn modelId="{96CF6B0D-32D3-4B9A-9812-270251CF0B57}" type="presParOf" srcId="{ECE1C611-33ED-4689-A6F5-8D721254AA22}" destId="{3259250A-AA38-4703-AD12-E8CCBD0BB191}" srcOrd="0" destOrd="0" presId="urn:microsoft.com/office/officeart/2005/8/layout/hierarchy1"/>
    <dgm:cxn modelId="{C46E3EC0-EDA6-4D45-B89B-EE9315E03284}" type="presParOf" srcId="{ECE1C611-33ED-4689-A6F5-8D721254AA22}" destId="{505632FB-2EB1-4B5D-A3D3-28894714B2EF}" srcOrd="1" destOrd="0" presId="urn:microsoft.com/office/officeart/2005/8/layout/hierarchy1"/>
    <dgm:cxn modelId="{D4575FC7-2C47-4488-BA13-5B0027E90D4A}" type="presParOf" srcId="{E848BC82-5A27-4EA9-B829-4017398DE619}" destId="{438EA8F9-82EB-4673-A0EC-7DCEB6C5A3F6}" srcOrd="1" destOrd="0" presId="urn:microsoft.com/office/officeart/2005/8/layout/hierarchy1"/>
    <dgm:cxn modelId="{43A0EF6F-7FB8-435C-BBDD-BDA156A8A358}" type="presParOf" srcId="{C6F8D7B1-92A3-4D63-9C0F-6791FC687A25}" destId="{FCB32D56-386F-41C8-82EF-6515DF1F6850}" srcOrd="2" destOrd="0" presId="urn:microsoft.com/office/officeart/2005/8/layout/hierarchy1"/>
    <dgm:cxn modelId="{A2951E0B-196C-488B-AA30-6E9DF8E2775A}" type="presParOf" srcId="{C6F8D7B1-92A3-4D63-9C0F-6791FC687A25}" destId="{8D0B3ACC-4385-41FE-9757-BB0CA78E6F4B}" srcOrd="3" destOrd="0" presId="urn:microsoft.com/office/officeart/2005/8/layout/hierarchy1"/>
    <dgm:cxn modelId="{9E7836FA-14F9-4BBE-866C-E94337AE779B}" type="presParOf" srcId="{8D0B3ACC-4385-41FE-9757-BB0CA78E6F4B}" destId="{213485CA-82AF-4371-99CE-0E486411D695}" srcOrd="0" destOrd="0" presId="urn:microsoft.com/office/officeart/2005/8/layout/hierarchy1"/>
    <dgm:cxn modelId="{FAFFA74B-EE27-4699-8C64-1FCA9860B798}" type="presParOf" srcId="{213485CA-82AF-4371-99CE-0E486411D695}" destId="{DC7B5107-3FB9-43F1-8E9C-6F8FEC59AA18}" srcOrd="0" destOrd="0" presId="urn:microsoft.com/office/officeart/2005/8/layout/hierarchy1"/>
    <dgm:cxn modelId="{49F671D5-16FF-407F-80B6-8AB166D0F10A}" type="presParOf" srcId="{213485CA-82AF-4371-99CE-0E486411D695}" destId="{6157CA16-9AD7-412D-95F3-FCC7A2C35541}" srcOrd="1" destOrd="0" presId="urn:microsoft.com/office/officeart/2005/8/layout/hierarchy1"/>
    <dgm:cxn modelId="{23115710-2C54-46B3-AFEB-27DB126EBEBE}" type="presParOf" srcId="{8D0B3ACC-4385-41FE-9757-BB0CA78E6F4B}" destId="{29FE0F53-8471-4680-882E-7205DA00F663}" srcOrd="1" destOrd="0" presId="urn:microsoft.com/office/officeart/2005/8/layout/hierarchy1"/>
    <dgm:cxn modelId="{FB2BF3F1-8476-4CA7-B696-22F359DE8CA3}" type="presParOf" srcId="{30AFF447-89A5-44AD-87AB-F91DE8A65D3C}" destId="{22CCA976-4BB1-418C-B8AD-A976B5A39F39}" srcOrd="4" destOrd="0" presId="urn:microsoft.com/office/officeart/2005/8/layout/hierarchy1"/>
    <dgm:cxn modelId="{20803169-6886-4B52-9BE9-44323A5107B6}" type="presParOf" srcId="{30AFF447-89A5-44AD-87AB-F91DE8A65D3C}" destId="{4E5558C0-E8C7-4E2A-B617-A7E7A01FA8D4}" srcOrd="5" destOrd="0" presId="urn:microsoft.com/office/officeart/2005/8/layout/hierarchy1"/>
    <dgm:cxn modelId="{934CFA7F-301B-47DB-B595-EF0B1BC2D72E}" type="presParOf" srcId="{4E5558C0-E8C7-4E2A-B617-A7E7A01FA8D4}" destId="{7B402CB2-C04C-4D35-AD28-8AAD256EA3A3}" srcOrd="0" destOrd="0" presId="urn:microsoft.com/office/officeart/2005/8/layout/hierarchy1"/>
    <dgm:cxn modelId="{B55CBDF8-2BD9-422B-81CE-1F79C1621249}" type="presParOf" srcId="{7B402CB2-C04C-4D35-AD28-8AAD256EA3A3}" destId="{89FF51FB-691E-4DE1-A005-3CCF789C72C0}" srcOrd="0" destOrd="0" presId="urn:microsoft.com/office/officeart/2005/8/layout/hierarchy1"/>
    <dgm:cxn modelId="{61B39E95-31AF-4C31-8143-8D547BCF3C20}" type="presParOf" srcId="{7B402CB2-C04C-4D35-AD28-8AAD256EA3A3}" destId="{72A96944-130D-44F6-8D4D-3D0A70F5EAED}" srcOrd="1" destOrd="0" presId="urn:microsoft.com/office/officeart/2005/8/layout/hierarchy1"/>
    <dgm:cxn modelId="{D3325C3A-7C30-401B-9B95-7821DCF1AE66}" type="presParOf" srcId="{4E5558C0-E8C7-4E2A-B617-A7E7A01FA8D4}" destId="{2AFE99DE-45EB-4BB2-A6A1-C2D2169E1B57}" srcOrd="1" destOrd="0" presId="urn:microsoft.com/office/officeart/2005/8/layout/hierarchy1"/>
    <dgm:cxn modelId="{C7EF90A6-2B95-4505-A891-14B442BEA0A3}" type="presParOf" srcId="{2AFE99DE-45EB-4BB2-A6A1-C2D2169E1B57}" destId="{E5B4F9F5-E395-487E-A80B-37A3ED90C567}" srcOrd="0" destOrd="0" presId="urn:microsoft.com/office/officeart/2005/8/layout/hierarchy1"/>
    <dgm:cxn modelId="{E960DABF-DB88-4C34-B5AB-5439931B52C8}" type="presParOf" srcId="{2AFE99DE-45EB-4BB2-A6A1-C2D2169E1B57}" destId="{9684021C-CCC4-4F0A-BC3C-D2F51EBDFAFB}" srcOrd="1" destOrd="0" presId="urn:microsoft.com/office/officeart/2005/8/layout/hierarchy1"/>
    <dgm:cxn modelId="{08D3FD0D-0921-4819-8E60-8235275D2C49}" type="presParOf" srcId="{9684021C-CCC4-4F0A-BC3C-D2F51EBDFAFB}" destId="{2CD316B1-4902-4B91-BC6A-F049D6D3AB80}" srcOrd="0" destOrd="0" presId="urn:microsoft.com/office/officeart/2005/8/layout/hierarchy1"/>
    <dgm:cxn modelId="{07CEE346-5D08-4DE4-A59A-D0492F45F663}" type="presParOf" srcId="{2CD316B1-4902-4B91-BC6A-F049D6D3AB80}" destId="{8561708D-8B21-4913-BB54-8246ED12C0A1}" srcOrd="0" destOrd="0" presId="urn:microsoft.com/office/officeart/2005/8/layout/hierarchy1"/>
    <dgm:cxn modelId="{7E4C36E0-1B1B-419E-80AC-F806218AC5EC}" type="presParOf" srcId="{2CD316B1-4902-4B91-BC6A-F049D6D3AB80}" destId="{CF09BC7F-18D9-4E90-B041-9DE24CD41C80}" srcOrd="1" destOrd="0" presId="urn:microsoft.com/office/officeart/2005/8/layout/hierarchy1"/>
    <dgm:cxn modelId="{DF9B62CB-148F-4473-94FF-E518D2FE7A9F}" type="presParOf" srcId="{9684021C-CCC4-4F0A-BC3C-D2F51EBDFAFB}" destId="{2C6030D5-66F9-4053-8687-8164548749E2}" srcOrd="1" destOrd="0" presId="urn:microsoft.com/office/officeart/2005/8/layout/hierarchy1"/>
    <dgm:cxn modelId="{AD3B0B35-9E3C-48DF-87B6-3B84B54282E9}" type="presParOf" srcId="{30AFF447-89A5-44AD-87AB-F91DE8A65D3C}" destId="{20A4CB44-5B5F-42A6-9CCF-FB9338124E0F}" srcOrd="6" destOrd="0" presId="urn:microsoft.com/office/officeart/2005/8/layout/hierarchy1"/>
    <dgm:cxn modelId="{B7BFBD45-2531-428B-A969-33930DE514F0}" type="presParOf" srcId="{30AFF447-89A5-44AD-87AB-F91DE8A65D3C}" destId="{2DA461ED-C6A6-47C7-9434-D49EBA3D4E4B}" srcOrd="7" destOrd="0" presId="urn:microsoft.com/office/officeart/2005/8/layout/hierarchy1"/>
    <dgm:cxn modelId="{4EA02237-8DD6-4D7B-9BD6-6D1F1867A9B7}" type="presParOf" srcId="{2DA461ED-C6A6-47C7-9434-D49EBA3D4E4B}" destId="{28B65C00-A536-4331-80D9-65B78D812FDB}" srcOrd="0" destOrd="0" presId="urn:microsoft.com/office/officeart/2005/8/layout/hierarchy1"/>
    <dgm:cxn modelId="{E573D5CB-CE5C-47C3-B15D-928FA5B2FAE2}" type="presParOf" srcId="{28B65C00-A536-4331-80D9-65B78D812FDB}" destId="{31E4996A-01E1-4DDC-9DB7-E94C3BD66132}" srcOrd="0" destOrd="0" presId="urn:microsoft.com/office/officeart/2005/8/layout/hierarchy1"/>
    <dgm:cxn modelId="{32761F89-964C-42AE-9E6D-72C92BF855DC}" type="presParOf" srcId="{28B65C00-A536-4331-80D9-65B78D812FDB}" destId="{D20CD898-9362-48C6-9A36-20280E4E8CCF}" srcOrd="1" destOrd="0" presId="urn:microsoft.com/office/officeart/2005/8/layout/hierarchy1"/>
    <dgm:cxn modelId="{6BE87E89-2C78-407E-BD5C-6B3DC37B874B}" type="presParOf" srcId="{2DA461ED-C6A6-47C7-9434-D49EBA3D4E4B}" destId="{9F74BEFE-8710-44E5-8C17-D5BA029551AB}" srcOrd="1" destOrd="0" presId="urn:microsoft.com/office/officeart/2005/8/layout/hierarchy1"/>
    <dgm:cxn modelId="{7CEA9251-F954-4AC0-9AB4-DAB9C51A198C}" type="presParOf" srcId="{9F74BEFE-8710-44E5-8C17-D5BA029551AB}" destId="{B4589579-9656-4D28-8C3B-5C8D9ACE7F9C}" srcOrd="0" destOrd="0" presId="urn:microsoft.com/office/officeart/2005/8/layout/hierarchy1"/>
    <dgm:cxn modelId="{8CEB7205-B6B9-4921-A037-CB66034654D5}" type="presParOf" srcId="{9F74BEFE-8710-44E5-8C17-D5BA029551AB}" destId="{59D862C1-3B85-46C1-B616-72E9FA662B83}" srcOrd="1" destOrd="0" presId="urn:microsoft.com/office/officeart/2005/8/layout/hierarchy1"/>
    <dgm:cxn modelId="{9F1A725A-7381-4FDC-AA02-EADB1ABA297F}" type="presParOf" srcId="{59D862C1-3B85-46C1-B616-72E9FA662B83}" destId="{3F57A2E5-A4B5-4596-B698-9280279BB421}" srcOrd="0" destOrd="0" presId="urn:microsoft.com/office/officeart/2005/8/layout/hierarchy1"/>
    <dgm:cxn modelId="{B606C760-65F4-47AC-81DC-13F45B8DA685}" type="presParOf" srcId="{3F57A2E5-A4B5-4596-B698-9280279BB421}" destId="{7DFD2839-79C9-4D05-8D28-82E96250D216}" srcOrd="0" destOrd="0" presId="urn:microsoft.com/office/officeart/2005/8/layout/hierarchy1"/>
    <dgm:cxn modelId="{4BF34C9A-F9D9-49ED-8D55-B723A2264D19}" type="presParOf" srcId="{3F57A2E5-A4B5-4596-B698-9280279BB421}" destId="{7ECADF57-3E0C-42DE-8573-3163FE467B35}" srcOrd="1" destOrd="0" presId="urn:microsoft.com/office/officeart/2005/8/layout/hierarchy1"/>
    <dgm:cxn modelId="{0FDAD362-2C70-4613-BC3F-DAA5DCF72690}" type="presParOf" srcId="{59D862C1-3B85-46C1-B616-72E9FA662B83}" destId="{8039F508-1752-4080-B8CE-F1E629D45366}" srcOrd="1" destOrd="0" presId="urn:microsoft.com/office/officeart/2005/8/layout/hierarchy1"/>
    <dgm:cxn modelId="{477B1549-0D84-4560-8514-52C1F04AEC73}" type="presParOf" srcId="{30AFF447-89A5-44AD-87AB-F91DE8A65D3C}" destId="{44326754-4A62-473A-99A9-1560726FB930}" srcOrd="8" destOrd="0" presId="urn:microsoft.com/office/officeart/2005/8/layout/hierarchy1"/>
    <dgm:cxn modelId="{C7838DA1-A6CA-44BD-B941-AC237983C0BE}" type="presParOf" srcId="{30AFF447-89A5-44AD-87AB-F91DE8A65D3C}" destId="{175DB477-858C-440B-BECD-43BF9CAFD220}" srcOrd="9" destOrd="0" presId="urn:microsoft.com/office/officeart/2005/8/layout/hierarchy1"/>
    <dgm:cxn modelId="{B42AB2BF-6DB0-4921-BAE7-8E088E0DFF3B}" type="presParOf" srcId="{175DB477-858C-440B-BECD-43BF9CAFD220}" destId="{D206DD07-FC29-40C4-8C22-199EFA24684F}" srcOrd="0" destOrd="0" presId="urn:microsoft.com/office/officeart/2005/8/layout/hierarchy1"/>
    <dgm:cxn modelId="{17160144-2088-4122-BA97-340356E4DBF8}" type="presParOf" srcId="{D206DD07-FC29-40C4-8C22-199EFA24684F}" destId="{3F13CF7F-D240-4071-A1D4-C70332218EDF}" srcOrd="0" destOrd="0" presId="urn:microsoft.com/office/officeart/2005/8/layout/hierarchy1"/>
    <dgm:cxn modelId="{D67EF3C9-496A-4732-8E7E-84DD5FB878B3}" type="presParOf" srcId="{D206DD07-FC29-40C4-8C22-199EFA24684F}" destId="{15915BA0-BD47-4319-A148-478C9C0AB08F}" srcOrd="1" destOrd="0" presId="urn:microsoft.com/office/officeart/2005/8/layout/hierarchy1"/>
    <dgm:cxn modelId="{1424E991-CD55-4589-8449-7C2F17ED5091}" type="presParOf" srcId="{175DB477-858C-440B-BECD-43BF9CAFD220}" destId="{6A16AA1C-2BC5-4948-9701-23BAA45784F9}" srcOrd="1" destOrd="0" presId="urn:microsoft.com/office/officeart/2005/8/layout/hierarchy1"/>
    <dgm:cxn modelId="{FCE8C0BD-C647-4954-B2C9-AEAA46AE88A0}" type="presParOf" srcId="{6A16AA1C-2BC5-4948-9701-23BAA45784F9}" destId="{6A2C6A1E-4F57-4B1C-AB42-DC8FB07904CB}" srcOrd="0" destOrd="0" presId="urn:microsoft.com/office/officeart/2005/8/layout/hierarchy1"/>
    <dgm:cxn modelId="{04004A07-AB69-4274-8D32-FD6D4DEF06E7}" type="presParOf" srcId="{6A16AA1C-2BC5-4948-9701-23BAA45784F9}" destId="{7E18DCC9-C02E-440F-B23F-B81D27CA8D9E}" srcOrd="1" destOrd="0" presId="urn:microsoft.com/office/officeart/2005/8/layout/hierarchy1"/>
    <dgm:cxn modelId="{04239B6F-B188-4EE5-BF00-FBFF49E0D41A}" type="presParOf" srcId="{7E18DCC9-C02E-440F-B23F-B81D27CA8D9E}" destId="{732A2072-C038-4380-B2FA-B2B5656D6C44}" srcOrd="0" destOrd="0" presId="urn:microsoft.com/office/officeart/2005/8/layout/hierarchy1"/>
    <dgm:cxn modelId="{B95C67C3-ECBD-4A06-9909-B3996CAAD63C}" type="presParOf" srcId="{732A2072-C038-4380-B2FA-B2B5656D6C44}" destId="{230C11E6-55A3-4CED-954D-87534E5F4452}" srcOrd="0" destOrd="0" presId="urn:microsoft.com/office/officeart/2005/8/layout/hierarchy1"/>
    <dgm:cxn modelId="{A79A1EFD-E323-4656-98FF-5272D090C1E8}" type="presParOf" srcId="{732A2072-C038-4380-B2FA-B2B5656D6C44}" destId="{0AF647EE-FF3A-49C0-9033-81F4AB997D91}" srcOrd="1" destOrd="0" presId="urn:microsoft.com/office/officeart/2005/8/layout/hierarchy1"/>
    <dgm:cxn modelId="{55161C2D-667F-4D3B-8BC7-24FB09A4E351}" type="presParOf" srcId="{7E18DCC9-C02E-440F-B23F-B81D27CA8D9E}" destId="{CD55A139-3AFB-48F3-AAFF-45668A586A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C6A1E-4F57-4B1C-AB42-DC8FB07904CB}">
      <dsp:nvSpPr>
        <dsp:cNvPr id="0" name=""/>
        <dsp:cNvSpPr/>
      </dsp:nvSpPr>
      <dsp:spPr>
        <a:xfrm>
          <a:off x="7699294" y="2061272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45720" y="71536"/>
              </a:lnTo>
              <a:lnTo>
                <a:pt x="92193" y="71536"/>
              </a:lnTo>
              <a:lnTo>
                <a:pt x="92193" y="124781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26754-4A62-473A-99A9-1560726FB930}">
      <dsp:nvSpPr>
        <dsp:cNvPr id="0" name=""/>
        <dsp:cNvSpPr/>
      </dsp:nvSpPr>
      <dsp:spPr>
        <a:xfrm>
          <a:off x="4546316" y="620732"/>
          <a:ext cx="3198698" cy="419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504"/>
              </a:lnTo>
              <a:lnTo>
                <a:pt x="3198698" y="366504"/>
              </a:lnTo>
              <a:lnTo>
                <a:pt x="3198698" y="41974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589579-9656-4D28-8C3B-5C8D9ACE7F9C}">
      <dsp:nvSpPr>
        <dsp:cNvPr id="0" name=""/>
        <dsp:cNvSpPr/>
      </dsp:nvSpPr>
      <dsp:spPr>
        <a:xfrm>
          <a:off x="6455341" y="1501850"/>
          <a:ext cx="91440" cy="7220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22058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A4CB44-5B5F-42A6-9CCF-FB9338124E0F}">
      <dsp:nvSpPr>
        <dsp:cNvPr id="0" name=""/>
        <dsp:cNvSpPr/>
      </dsp:nvSpPr>
      <dsp:spPr>
        <a:xfrm>
          <a:off x="4546316" y="620732"/>
          <a:ext cx="1954745" cy="516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900"/>
              </a:lnTo>
              <a:lnTo>
                <a:pt x="1954745" y="462900"/>
              </a:lnTo>
              <a:lnTo>
                <a:pt x="1954745" y="51614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B4F9F5-E395-487E-A80B-37A3ED90C567}">
      <dsp:nvSpPr>
        <dsp:cNvPr id="0" name=""/>
        <dsp:cNvSpPr/>
      </dsp:nvSpPr>
      <dsp:spPr>
        <a:xfrm>
          <a:off x="5202926" y="1766725"/>
          <a:ext cx="96352" cy="9413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133"/>
              </a:lnTo>
              <a:lnTo>
                <a:pt x="96352" y="888133"/>
              </a:lnTo>
              <a:lnTo>
                <a:pt x="96352" y="941378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CCA976-4BB1-418C-B8AD-A976B5A39F39}">
      <dsp:nvSpPr>
        <dsp:cNvPr id="0" name=""/>
        <dsp:cNvSpPr/>
      </dsp:nvSpPr>
      <dsp:spPr>
        <a:xfrm>
          <a:off x="4546316" y="620732"/>
          <a:ext cx="656610" cy="489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13"/>
              </a:lnTo>
              <a:lnTo>
                <a:pt x="656610" y="436713"/>
              </a:lnTo>
              <a:lnTo>
                <a:pt x="656610" y="48995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2D56-386F-41C8-82EF-6515DF1F6850}">
      <dsp:nvSpPr>
        <dsp:cNvPr id="0" name=""/>
        <dsp:cNvSpPr/>
      </dsp:nvSpPr>
      <dsp:spPr>
        <a:xfrm>
          <a:off x="3272471" y="1421757"/>
          <a:ext cx="879721" cy="3549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670"/>
              </a:lnTo>
              <a:lnTo>
                <a:pt x="879721" y="301670"/>
              </a:lnTo>
              <a:lnTo>
                <a:pt x="879721" y="35491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799B0-9B23-4E52-82FE-06C5D2775ED2}">
      <dsp:nvSpPr>
        <dsp:cNvPr id="0" name=""/>
        <dsp:cNvSpPr/>
      </dsp:nvSpPr>
      <dsp:spPr>
        <a:xfrm>
          <a:off x="2487714" y="1421757"/>
          <a:ext cx="784756" cy="354433"/>
        </a:xfrm>
        <a:custGeom>
          <a:avLst/>
          <a:gdLst/>
          <a:ahLst/>
          <a:cxnLst/>
          <a:rect l="0" t="0" r="0" b="0"/>
          <a:pathLst>
            <a:path>
              <a:moveTo>
                <a:pt x="784756" y="0"/>
              </a:moveTo>
              <a:lnTo>
                <a:pt x="784756" y="301188"/>
              </a:lnTo>
              <a:lnTo>
                <a:pt x="0" y="301188"/>
              </a:lnTo>
              <a:lnTo>
                <a:pt x="0" y="354433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8845D-65D2-4981-A484-3700828E511F}">
      <dsp:nvSpPr>
        <dsp:cNvPr id="0" name=""/>
        <dsp:cNvSpPr/>
      </dsp:nvSpPr>
      <dsp:spPr>
        <a:xfrm>
          <a:off x="3272471" y="620732"/>
          <a:ext cx="1273844" cy="561055"/>
        </a:xfrm>
        <a:custGeom>
          <a:avLst/>
          <a:gdLst/>
          <a:ahLst/>
          <a:cxnLst/>
          <a:rect l="0" t="0" r="0" b="0"/>
          <a:pathLst>
            <a:path>
              <a:moveTo>
                <a:pt x="1273844" y="0"/>
              </a:moveTo>
              <a:lnTo>
                <a:pt x="1273844" y="507810"/>
              </a:lnTo>
              <a:lnTo>
                <a:pt x="0" y="507810"/>
              </a:lnTo>
              <a:lnTo>
                <a:pt x="0" y="56105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203F6-0A82-44E7-A46F-0788BB50C7C8}">
      <dsp:nvSpPr>
        <dsp:cNvPr id="0" name=""/>
        <dsp:cNvSpPr/>
      </dsp:nvSpPr>
      <dsp:spPr>
        <a:xfrm>
          <a:off x="1169852" y="1576224"/>
          <a:ext cx="640248" cy="1056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3021"/>
              </a:lnTo>
              <a:lnTo>
                <a:pt x="640248" y="1003021"/>
              </a:lnTo>
              <a:lnTo>
                <a:pt x="640248" y="1056266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03BF2-A9C1-47E8-9C47-A9810FF26113}">
      <dsp:nvSpPr>
        <dsp:cNvPr id="0" name=""/>
        <dsp:cNvSpPr/>
      </dsp:nvSpPr>
      <dsp:spPr>
        <a:xfrm>
          <a:off x="482365" y="1576224"/>
          <a:ext cx="687487" cy="953362"/>
        </a:xfrm>
        <a:custGeom>
          <a:avLst/>
          <a:gdLst/>
          <a:ahLst/>
          <a:cxnLst/>
          <a:rect l="0" t="0" r="0" b="0"/>
          <a:pathLst>
            <a:path>
              <a:moveTo>
                <a:pt x="687487" y="0"/>
              </a:moveTo>
              <a:lnTo>
                <a:pt x="687487" y="900117"/>
              </a:lnTo>
              <a:lnTo>
                <a:pt x="0" y="900117"/>
              </a:lnTo>
              <a:lnTo>
                <a:pt x="0" y="953362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BB1FC-2817-4666-896F-613F40675E25}">
      <dsp:nvSpPr>
        <dsp:cNvPr id="0" name=""/>
        <dsp:cNvSpPr/>
      </dsp:nvSpPr>
      <dsp:spPr>
        <a:xfrm>
          <a:off x="1169852" y="620732"/>
          <a:ext cx="3376463" cy="502199"/>
        </a:xfrm>
        <a:custGeom>
          <a:avLst/>
          <a:gdLst/>
          <a:ahLst/>
          <a:cxnLst/>
          <a:rect l="0" t="0" r="0" b="0"/>
          <a:pathLst>
            <a:path>
              <a:moveTo>
                <a:pt x="3376463" y="0"/>
              </a:moveTo>
              <a:lnTo>
                <a:pt x="3376463" y="448954"/>
              </a:lnTo>
              <a:lnTo>
                <a:pt x="0" y="448954"/>
              </a:lnTo>
              <a:lnTo>
                <a:pt x="0" y="50219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D700E3-C6E8-45C4-97E0-B03C7C50377B}">
      <dsp:nvSpPr>
        <dsp:cNvPr id="0" name=""/>
        <dsp:cNvSpPr/>
      </dsp:nvSpPr>
      <dsp:spPr>
        <a:xfrm>
          <a:off x="3269838" y="-14899"/>
          <a:ext cx="2552954" cy="6356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60AD1-B8BB-4465-9FCE-9024E0F93727}">
      <dsp:nvSpPr>
        <dsp:cNvPr id="0" name=""/>
        <dsp:cNvSpPr/>
      </dsp:nvSpPr>
      <dsp:spPr>
        <a:xfrm>
          <a:off x="3333700" y="45769"/>
          <a:ext cx="2552954" cy="6356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Stress </a:t>
          </a:r>
          <a:r>
            <a:rPr lang="en-US" sz="1200" kern="1200" dirty="0" err="1"/>
            <a:t>Predicti</a:t>
          </a:r>
          <a:r>
            <a:rPr lang="en-IN" sz="1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o</a:t>
          </a:r>
          <a:r>
            <a:rPr lang="en-US" sz="1200" kern="1200" dirty="0"/>
            <a:t>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(115)</a:t>
          </a:r>
        </a:p>
      </dsp:txBody>
      <dsp:txXfrm>
        <a:off x="3352317" y="64386"/>
        <a:ext cx="2515720" cy="598397"/>
      </dsp:txXfrm>
    </dsp:sp>
    <dsp:sp modelId="{932AF139-22C2-4229-B72C-08DAC4735CBF}">
      <dsp:nvSpPr>
        <dsp:cNvPr id="0" name=""/>
        <dsp:cNvSpPr/>
      </dsp:nvSpPr>
      <dsp:spPr>
        <a:xfrm>
          <a:off x="803211" y="1122932"/>
          <a:ext cx="733283" cy="453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271AB-8CBD-4022-91BE-BDD3CAD7678A}">
      <dsp:nvSpPr>
        <dsp:cNvPr id="0" name=""/>
        <dsp:cNvSpPr/>
      </dsp:nvSpPr>
      <dsp:spPr>
        <a:xfrm>
          <a:off x="867073" y="1183601"/>
          <a:ext cx="733283" cy="453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IEEE (53)</a:t>
          </a:r>
        </a:p>
      </dsp:txBody>
      <dsp:txXfrm>
        <a:off x="880349" y="1196877"/>
        <a:ext cx="706731" cy="426739"/>
      </dsp:txXfrm>
    </dsp:sp>
    <dsp:sp modelId="{22A1A00D-B72C-4D44-A569-E69C842B1CC1}">
      <dsp:nvSpPr>
        <dsp:cNvPr id="0" name=""/>
        <dsp:cNvSpPr/>
      </dsp:nvSpPr>
      <dsp:spPr>
        <a:xfrm>
          <a:off x="-47327" y="2529587"/>
          <a:ext cx="1059384" cy="7625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44E19-3F7E-41D8-9BC5-995247BA9794}">
      <dsp:nvSpPr>
        <dsp:cNvPr id="0" name=""/>
        <dsp:cNvSpPr/>
      </dsp:nvSpPr>
      <dsp:spPr>
        <a:xfrm>
          <a:off x="16535" y="2590256"/>
          <a:ext cx="1059384" cy="762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24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Journals</a:t>
          </a:r>
          <a:r>
            <a:rPr lang="en-US" sz="1200" kern="1200" dirty="0"/>
            <a:t> </a:t>
          </a:r>
        </a:p>
      </dsp:txBody>
      <dsp:txXfrm>
        <a:off x="38869" y="2612590"/>
        <a:ext cx="1014716" cy="717875"/>
      </dsp:txXfrm>
    </dsp:sp>
    <dsp:sp modelId="{7AB0DEB0-FFF3-47EC-9D89-4CD30E9E99F5}">
      <dsp:nvSpPr>
        <dsp:cNvPr id="0" name=""/>
        <dsp:cNvSpPr/>
      </dsp:nvSpPr>
      <dsp:spPr>
        <a:xfrm>
          <a:off x="1248072" y="2632491"/>
          <a:ext cx="1124056" cy="659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4CD8C-CB6F-4713-AE6F-2EE2FCFE3AF0}">
      <dsp:nvSpPr>
        <dsp:cNvPr id="0" name=""/>
        <dsp:cNvSpPr/>
      </dsp:nvSpPr>
      <dsp:spPr>
        <a:xfrm>
          <a:off x="1311934" y="2693160"/>
          <a:ext cx="1124056" cy="659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29 Conferences</a:t>
          </a:r>
        </a:p>
      </dsp:txBody>
      <dsp:txXfrm>
        <a:off x="1331254" y="2712480"/>
        <a:ext cx="1085416" cy="620999"/>
      </dsp:txXfrm>
    </dsp:sp>
    <dsp:sp modelId="{B5429082-F2BA-44B8-AFE3-0B2FA02A56F7}">
      <dsp:nvSpPr>
        <dsp:cNvPr id="0" name=""/>
        <dsp:cNvSpPr/>
      </dsp:nvSpPr>
      <dsp:spPr>
        <a:xfrm>
          <a:off x="2756495" y="1181788"/>
          <a:ext cx="1031951" cy="239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7C39A-73BB-46B4-AA01-C8E1B282E769}">
      <dsp:nvSpPr>
        <dsp:cNvPr id="0" name=""/>
        <dsp:cNvSpPr/>
      </dsp:nvSpPr>
      <dsp:spPr>
        <a:xfrm>
          <a:off x="2820358" y="1242457"/>
          <a:ext cx="1031951" cy="2399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Elsevier (26)</a:t>
          </a:r>
        </a:p>
      </dsp:txBody>
      <dsp:txXfrm>
        <a:off x="2827386" y="1249485"/>
        <a:ext cx="1017895" cy="225913"/>
      </dsp:txXfrm>
    </dsp:sp>
    <dsp:sp modelId="{3259250A-AA38-4703-AD12-E8CCBD0BB191}">
      <dsp:nvSpPr>
        <dsp:cNvPr id="0" name=""/>
        <dsp:cNvSpPr/>
      </dsp:nvSpPr>
      <dsp:spPr>
        <a:xfrm>
          <a:off x="1935422" y="1776190"/>
          <a:ext cx="1104583" cy="775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632FB-2EB1-4B5D-A3D3-28894714B2EF}">
      <dsp:nvSpPr>
        <dsp:cNvPr id="0" name=""/>
        <dsp:cNvSpPr/>
      </dsp:nvSpPr>
      <dsp:spPr>
        <a:xfrm>
          <a:off x="1999284" y="1836859"/>
          <a:ext cx="1104583" cy="7753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25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Journals </a:t>
          </a:r>
        </a:p>
      </dsp:txBody>
      <dsp:txXfrm>
        <a:off x="2021994" y="1859569"/>
        <a:ext cx="1059163" cy="729952"/>
      </dsp:txXfrm>
    </dsp:sp>
    <dsp:sp modelId="{DC7B5107-3FB9-43F1-8E9C-6F8FEC59AA18}">
      <dsp:nvSpPr>
        <dsp:cNvPr id="0" name=""/>
        <dsp:cNvSpPr/>
      </dsp:nvSpPr>
      <dsp:spPr>
        <a:xfrm>
          <a:off x="3654816" y="1776672"/>
          <a:ext cx="994753" cy="8751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7CA16-9AD7-412D-95F3-FCC7A2C35541}">
      <dsp:nvSpPr>
        <dsp:cNvPr id="0" name=""/>
        <dsp:cNvSpPr/>
      </dsp:nvSpPr>
      <dsp:spPr>
        <a:xfrm>
          <a:off x="3718678" y="1837341"/>
          <a:ext cx="994753" cy="875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Conferences</a:t>
          </a:r>
        </a:p>
      </dsp:txBody>
      <dsp:txXfrm>
        <a:off x="3744311" y="1862974"/>
        <a:ext cx="943487" cy="823904"/>
      </dsp:txXfrm>
    </dsp:sp>
    <dsp:sp modelId="{89FF51FB-691E-4DE1-A005-3CCF789C72C0}">
      <dsp:nvSpPr>
        <dsp:cNvPr id="0" name=""/>
        <dsp:cNvSpPr/>
      </dsp:nvSpPr>
      <dsp:spPr>
        <a:xfrm>
          <a:off x="4695069" y="1110691"/>
          <a:ext cx="1015714" cy="656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96944-130D-44F6-8D4D-3D0A70F5EAED}">
      <dsp:nvSpPr>
        <dsp:cNvPr id="0" name=""/>
        <dsp:cNvSpPr/>
      </dsp:nvSpPr>
      <dsp:spPr>
        <a:xfrm>
          <a:off x="4758931" y="1171360"/>
          <a:ext cx="1015714" cy="656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MDPI (12)</a:t>
          </a:r>
        </a:p>
      </dsp:txBody>
      <dsp:txXfrm>
        <a:off x="4778146" y="1190575"/>
        <a:ext cx="977284" cy="617603"/>
      </dsp:txXfrm>
    </dsp:sp>
    <dsp:sp modelId="{8561708D-8B21-4913-BB54-8246ED12C0A1}">
      <dsp:nvSpPr>
        <dsp:cNvPr id="0" name=""/>
        <dsp:cNvSpPr/>
      </dsp:nvSpPr>
      <dsp:spPr>
        <a:xfrm>
          <a:off x="4811523" y="2708103"/>
          <a:ext cx="975510" cy="569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9BC7F-18D9-4E90-B041-9DE24CD41C80}">
      <dsp:nvSpPr>
        <dsp:cNvPr id="0" name=""/>
        <dsp:cNvSpPr/>
      </dsp:nvSpPr>
      <dsp:spPr>
        <a:xfrm>
          <a:off x="4875386" y="2768772"/>
          <a:ext cx="975510" cy="569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12 Journals</a:t>
          </a:r>
        </a:p>
      </dsp:txBody>
      <dsp:txXfrm>
        <a:off x="4892058" y="2785444"/>
        <a:ext cx="942166" cy="535892"/>
      </dsp:txXfrm>
    </dsp:sp>
    <dsp:sp modelId="{31E4996A-01E1-4DDC-9DB7-E94C3BD66132}">
      <dsp:nvSpPr>
        <dsp:cNvPr id="0" name=""/>
        <dsp:cNvSpPr/>
      </dsp:nvSpPr>
      <dsp:spPr>
        <a:xfrm>
          <a:off x="5999535" y="1136878"/>
          <a:ext cx="1003052" cy="364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CD898-9362-48C6-9A36-20280E4E8CCF}">
      <dsp:nvSpPr>
        <dsp:cNvPr id="0" name=""/>
        <dsp:cNvSpPr/>
      </dsp:nvSpPr>
      <dsp:spPr>
        <a:xfrm>
          <a:off x="6063397" y="1197547"/>
          <a:ext cx="1003052" cy="364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Springer (2) </a:t>
          </a:r>
        </a:p>
      </dsp:txBody>
      <dsp:txXfrm>
        <a:off x="6074087" y="1208237"/>
        <a:ext cx="981672" cy="343592"/>
      </dsp:txXfrm>
    </dsp:sp>
    <dsp:sp modelId="{7DFD2839-79C9-4D05-8D28-82E96250D216}">
      <dsp:nvSpPr>
        <dsp:cNvPr id="0" name=""/>
        <dsp:cNvSpPr/>
      </dsp:nvSpPr>
      <dsp:spPr>
        <a:xfrm>
          <a:off x="5977806" y="2223908"/>
          <a:ext cx="1046510" cy="1068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ADF57-3E0C-42DE-8573-3163FE467B35}">
      <dsp:nvSpPr>
        <dsp:cNvPr id="0" name=""/>
        <dsp:cNvSpPr/>
      </dsp:nvSpPr>
      <dsp:spPr>
        <a:xfrm>
          <a:off x="6041668" y="2284577"/>
          <a:ext cx="1046510" cy="10682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 Journals</a:t>
          </a:r>
        </a:p>
      </dsp:txBody>
      <dsp:txXfrm>
        <a:off x="6072319" y="2315228"/>
        <a:ext cx="985208" cy="1006920"/>
      </dsp:txXfrm>
    </dsp:sp>
    <dsp:sp modelId="{3F13CF7F-D240-4071-A1D4-C70332218EDF}">
      <dsp:nvSpPr>
        <dsp:cNvPr id="0" name=""/>
        <dsp:cNvSpPr/>
      </dsp:nvSpPr>
      <dsp:spPr>
        <a:xfrm>
          <a:off x="7319014" y="1040481"/>
          <a:ext cx="852000" cy="1066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15BA0-BD47-4319-A148-478C9C0AB08F}">
      <dsp:nvSpPr>
        <dsp:cNvPr id="0" name=""/>
        <dsp:cNvSpPr/>
      </dsp:nvSpPr>
      <dsp:spPr>
        <a:xfrm>
          <a:off x="7382876" y="1101150"/>
          <a:ext cx="852000" cy="1066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Other (22)</a:t>
          </a:r>
        </a:p>
      </dsp:txBody>
      <dsp:txXfrm>
        <a:off x="7407830" y="1126104"/>
        <a:ext cx="802092" cy="1016602"/>
      </dsp:txXfrm>
    </dsp:sp>
    <dsp:sp modelId="{230C11E6-55A3-4CED-954D-87534E5F4452}">
      <dsp:nvSpPr>
        <dsp:cNvPr id="0" name=""/>
        <dsp:cNvSpPr/>
      </dsp:nvSpPr>
      <dsp:spPr>
        <a:xfrm>
          <a:off x="7112439" y="2186053"/>
          <a:ext cx="1358098" cy="1106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647EE-FF3A-49C0-9033-81F4AB997D91}">
      <dsp:nvSpPr>
        <dsp:cNvPr id="0" name=""/>
        <dsp:cNvSpPr/>
      </dsp:nvSpPr>
      <dsp:spPr>
        <a:xfrm>
          <a:off x="7176301" y="2246722"/>
          <a:ext cx="1358098" cy="11060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 err="1"/>
            <a:t>CellPress</a:t>
          </a:r>
          <a:r>
            <a:rPr lang="en-IN" sz="1100" kern="1200" dirty="0"/>
            <a:t>, JMIR, </a:t>
          </a:r>
          <a:r>
            <a:rPr lang="en-IN" sz="1100" kern="1200" dirty="0" err="1"/>
            <a:t>Hindawi</a:t>
          </a:r>
          <a:r>
            <a:rPr lang="en-IN" sz="1100" kern="1200" dirty="0"/>
            <a:t>, IJRPR</a:t>
          </a:r>
        </a:p>
      </dsp:txBody>
      <dsp:txXfrm>
        <a:off x="7208697" y="2279118"/>
        <a:ext cx="1293306" cy="1041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6779" cy="33795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0429" y="1"/>
            <a:ext cx="4276779" cy="33795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C24A449-4BC4-4E09-90DE-354BE26668C7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397808"/>
            <a:ext cx="4276779" cy="337957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0429" y="6397808"/>
            <a:ext cx="4276779" cy="337957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F35EDFB-F004-4D1D-B235-12240AA84BF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5076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0429" y="0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0813" y="506413"/>
            <a:ext cx="4487862" cy="2524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950" y="3199490"/>
            <a:ext cx="7895590" cy="303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397805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0429" y="6397805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2D9B74-FF16-4D34-AF33-91D0E6F48B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967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2388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765324"/>
            <a:ext cx="8245163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8" y="1871586"/>
            <a:ext cx="8245161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2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7ECDD8-D44E-4456-BC16-A0311727FA49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5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8" y="4467103"/>
            <a:ext cx="762331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6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8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8" y="1635373"/>
            <a:ext cx="8272212" cy="275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C7A-4104-4D80-A448-FAEC597542FC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8" y="4467103"/>
            <a:ext cx="789381" cy="273844"/>
          </a:xfrm>
        </p:spPr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3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6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2282933"/>
            <a:ext cx="8272212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8" y="3406065"/>
            <a:ext cx="8272212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1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2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3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4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5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6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6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D2480E6-0F4E-4933-BBD2-F486B8477145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8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90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8" y="1671005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2" y="1671005"/>
            <a:ext cx="4066795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844C-B1B3-419C-9DB9-698CCDBEB1C9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90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8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7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16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2" indent="0">
              <a:buNone/>
              <a:defRPr sz="1200" b="1"/>
            </a:lvl6pPr>
            <a:lvl7pPr marL="2057452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7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4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16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2" indent="0">
              <a:buNone/>
              <a:defRPr sz="1200" b="1"/>
            </a:lvl6pPr>
            <a:lvl7pPr marL="2057452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5C88-B544-4FF2-91DC-FD08B68E75D8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0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330514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E7CB-591D-47BA-8322-3A29D5A33E15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8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946723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20" y="3946723"/>
            <a:ext cx="4402491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10" indent="0">
              <a:buNone/>
              <a:defRPr sz="825"/>
            </a:lvl2pPr>
            <a:lvl3pPr marL="685816" indent="0">
              <a:buNone/>
              <a:defRPr sz="750"/>
            </a:lvl3pPr>
            <a:lvl4pPr marL="1028726" indent="0">
              <a:buNone/>
              <a:defRPr sz="675"/>
            </a:lvl4pPr>
            <a:lvl5pPr marL="1371634" indent="0">
              <a:buNone/>
              <a:defRPr sz="675"/>
            </a:lvl5pPr>
            <a:lvl6pPr marL="1714542" indent="0">
              <a:buNone/>
              <a:defRPr sz="675"/>
            </a:lvl6pPr>
            <a:lvl7pPr marL="2057452" indent="0">
              <a:buNone/>
              <a:defRPr sz="675"/>
            </a:lvl7pPr>
            <a:lvl8pPr marL="2400360" indent="0">
              <a:buNone/>
              <a:defRPr sz="675"/>
            </a:lvl8pPr>
            <a:lvl9pPr marL="274326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D047B2-8E06-47FB-BE11-5CEF8D1A9DEF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7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6" y="449796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10" indent="0">
              <a:buNone/>
              <a:defRPr sz="1200"/>
            </a:lvl2pPr>
            <a:lvl3pPr marL="685816" indent="0">
              <a:buNone/>
              <a:defRPr sz="1200"/>
            </a:lvl3pPr>
            <a:lvl4pPr marL="1028726" indent="0">
              <a:buNone/>
              <a:defRPr sz="1200"/>
            </a:lvl4pPr>
            <a:lvl5pPr marL="1371634" indent="0">
              <a:buNone/>
              <a:defRPr sz="1200"/>
            </a:lvl5pPr>
            <a:lvl6pPr marL="1714542" indent="0">
              <a:buNone/>
              <a:defRPr sz="1200"/>
            </a:lvl6pPr>
            <a:lvl7pPr marL="2057452" indent="0">
              <a:buNone/>
              <a:defRPr sz="1200"/>
            </a:lvl7pPr>
            <a:lvl8pPr marL="2400360" indent="0">
              <a:buNone/>
              <a:defRPr sz="1200"/>
            </a:lvl8pPr>
            <a:lvl9pPr marL="2743268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3945097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10" indent="0">
              <a:buNone/>
              <a:defRPr sz="900"/>
            </a:lvl2pPr>
            <a:lvl3pPr marL="685816" indent="0">
              <a:buNone/>
              <a:defRPr sz="750"/>
            </a:lvl3pPr>
            <a:lvl4pPr marL="1028726" indent="0">
              <a:buNone/>
              <a:defRPr sz="675"/>
            </a:lvl4pPr>
            <a:lvl5pPr marL="1371634" indent="0">
              <a:buNone/>
              <a:defRPr sz="675"/>
            </a:lvl5pPr>
            <a:lvl6pPr marL="1714542" indent="0">
              <a:buNone/>
              <a:defRPr sz="675"/>
            </a:lvl6pPr>
            <a:lvl7pPr marL="2057452" indent="0">
              <a:buNone/>
              <a:defRPr sz="675"/>
            </a:lvl7pPr>
            <a:lvl8pPr marL="2400360" indent="0">
              <a:buNone/>
              <a:defRPr sz="675"/>
            </a:lvl8pPr>
            <a:lvl9pPr marL="274326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7BF-04B7-4AFF-96FA-E602D37CC722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6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8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8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C818-FA55-4CBE-AF3A-5087AF3F19B8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1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6"/>
            <a:ext cx="2180114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3" y="506797"/>
            <a:ext cx="1503124" cy="38873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5" y="506797"/>
            <a:ext cx="5922210" cy="388730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7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1FAF7-FF9A-4212-B766-93B327AE09E1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5" y="4463859"/>
            <a:ext cx="592221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4" y="4467103"/>
            <a:ext cx="873147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92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8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8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9" y="4467103"/>
            <a:ext cx="213359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EFFC6534-3E47-417C-B01A-40251ACAED8B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1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106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hf hdr="0" ftr="0"/>
  <p:txStyles>
    <p:titleStyle>
      <a:lvl1pPr algn="l" defTabSz="34291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6" indent="-229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12" indent="-229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16" indent="-202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24" indent="-17550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30" indent="-17550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36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41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47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52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8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384655-5212-2E6B-5348-F0EA2A28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19800" y="4740947"/>
            <a:ext cx="2133598" cy="273844"/>
          </a:xfrm>
        </p:spPr>
        <p:txBody>
          <a:bodyPr/>
          <a:lstStyle/>
          <a:p>
            <a:r>
              <a:rPr lang="en-US" dirty="0"/>
              <a:t>07.09.2024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505E5-5648-B14E-E612-6047D948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4740947"/>
            <a:ext cx="789383" cy="273844"/>
          </a:xfrm>
        </p:spPr>
        <p:txBody>
          <a:bodyPr/>
          <a:lstStyle/>
          <a:p>
            <a:fld id="{D74C958B-560E-487B-A5FD-4D7E98A2579C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37A1D-279B-F351-9F78-4F1E3A0738D1}"/>
              </a:ext>
            </a:extLst>
          </p:cNvPr>
          <p:cNvSpPr txBox="1"/>
          <p:nvPr/>
        </p:nvSpPr>
        <p:spPr>
          <a:xfrm>
            <a:off x="381000" y="1247402"/>
            <a:ext cx="838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Mid-Term Presentation </a:t>
            </a:r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“Title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AB2B5-4DC7-FEFD-C7E3-77CD7D068669}"/>
              </a:ext>
            </a:extLst>
          </p:cNvPr>
          <p:cNvSpPr txBox="1"/>
          <p:nvPr/>
        </p:nvSpPr>
        <p:spPr>
          <a:xfrm>
            <a:off x="2286000" y="2924838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b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Ragistration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No.)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Under supervision of</a:t>
            </a:r>
            <a:b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br>
              <a:rPr lang="en-US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b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8C0CC1-1121-F88E-63D8-CB49E99BA85B}"/>
              </a:ext>
            </a:extLst>
          </p:cNvPr>
          <p:cNvSpPr txBox="1"/>
          <p:nvPr/>
        </p:nvSpPr>
        <p:spPr>
          <a:xfrm>
            <a:off x="2286000" y="452527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Science and Engineering</a:t>
            </a:r>
            <a:br>
              <a:rPr lang="en-US" alt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Poornima University, Jaipur</a:t>
            </a:r>
            <a:endParaRPr lang="en-IN" sz="1000" dirty="0"/>
          </a:p>
        </p:txBody>
      </p:sp>
      <p:pic>
        <p:nvPicPr>
          <p:cNvPr id="17" name="Picture 16" descr="Poornima Logo.png">
            <a:extLst>
              <a:ext uri="{FF2B5EF4-FFF2-40B4-BE49-F238E27FC236}">
                <a16:creationId xmlns:a16="http://schemas.microsoft.com/office/drawing/2014/main" id="{3F744185-AF1E-7495-40D6-4D28552FB795}"/>
              </a:ext>
            </a:extLst>
          </p:cNvPr>
          <p:cNvPicPr/>
          <p:nvPr/>
        </p:nvPicPr>
        <p:blipFill>
          <a:blip r:embed="rId2"/>
          <a:srcRect l="1533" r="23955" b="56219"/>
          <a:stretch>
            <a:fillRect/>
          </a:stretch>
        </p:blipFill>
        <p:spPr>
          <a:xfrm>
            <a:off x="2681287" y="418169"/>
            <a:ext cx="3781425" cy="87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3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8325AF-BBFB-4CAF-9528-011675947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0108"/>
            <a:ext cx="8481389" cy="7603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21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E5FE3-3397-02D5-2263-B08A90101B98}"/>
              </a:ext>
            </a:extLst>
          </p:cNvPr>
          <p:cNvSpPr txBox="1">
            <a:spLocks/>
          </p:cNvSpPr>
          <p:nvPr/>
        </p:nvSpPr>
        <p:spPr>
          <a:xfrm>
            <a:off x="0" y="1428750"/>
            <a:ext cx="9448800" cy="4873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9506" indent="-229506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12" indent="-229506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16" indent="-202506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24" indent="-17550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30" indent="-17550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36" indent="-17145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41" indent="-17145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47" indent="-17145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52" indent="-171454" algn="l" defTabSz="34291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IN GRAPH/TABLE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95F18-7DE4-696E-C650-A380DDC7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6118-8736-4876-A86B-90FC2D9F4C8A}" type="datetime1">
              <a:rPr lang="en-US" smtClean="0"/>
              <a:t>11/8/2025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C2832-011A-523B-42E2-828A30CE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65C90F-70CE-6B35-EFC0-2D2AC092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FE9B4-F1B4-71FA-58D7-DF20E82E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A8D3A3-E646-90AC-E2CD-C35EFCD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3678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63BF-0727-AE29-18A7-FE474838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584E8-CD4B-1373-F9B4-F683CFC87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430500-6B1B-EFDA-7383-47D759D2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084903-800C-F266-8436-F9B5049C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3172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8406-BD69-5C08-9577-907413C1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06551-C220-C703-5C07-AF35222D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EEE6B4-53C7-35EB-2C4F-38679A38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5A46D1-923F-04F2-33F5-4D89F12E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6544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B3C8-0332-218A-7217-4957D7D3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4CAA2-3179-8EA7-62C8-4D981561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6B9E0-4814-0DF6-FB90-20A0D859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18B20-5769-0811-692B-81BC94542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74833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4229-F81D-3A97-C5E3-C080E571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481C0-0FFD-9E6E-C61C-A2A8141C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01CDEE-9B77-88F4-F9BE-EC23585A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E1AF5E-DD50-79BC-679C-F17D11E4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209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8F67-A507-94B7-0F06-2502609E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FFA09-D0FD-A454-8791-0107F4E1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0FA475-D3E3-4433-32B8-21B00179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FBE8AC-7231-AAB8-D508-E437525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8004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B41B9-5D93-DB04-A097-D9F9E1A8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927CE-9A40-B3BB-05FB-3195875B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6BABB-A10C-D18C-5CC8-AAB5B214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E21BDF-379A-F5DA-2CD0-F16ECF5F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6583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A94A-803C-6302-9A23-E05FE84D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19EB0-254F-43E9-B927-727BCDE6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7FD34-F6D3-FD10-DF34-321A6629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A2E736-5D57-93C4-66E5-E380F344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7679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8DCA-AF01-8389-9090-8B0B1989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15442-6289-BF37-4987-069C8D74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9CD79-00DD-21EA-9A0D-7E94B07D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9FE09B-D2A7-8278-51D3-CD82D0D1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89477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9F64-F808-D9AA-8F5A-2A2C6189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57719-A6B5-9167-D4A0-2B6EA445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3C699-5661-E518-EC68-202823CB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FB6FE1-D509-5555-B1DD-65CFA565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106192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3A97-C590-1147-4AF7-93DAE255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9488F-86D9-79FA-6E20-18081413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9F5680-AF80-BB76-45D7-2DD281FE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798AA1-662A-8E74-79FC-A98F6F4E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78965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F7DDB-EEBF-CE4B-6946-5B34A609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06009-9C25-1B8A-FC2B-E2766AFC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F31E9-C026-2D6E-05FF-451CE47FA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5"/>
            <a:ext cx="8272212" cy="57670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28B1C-AF15-A821-1ACA-773D72CD7595}"/>
              </a:ext>
            </a:extLst>
          </p:cNvPr>
          <p:cNvSpPr txBox="1"/>
          <p:nvPr/>
        </p:nvSpPr>
        <p:spPr>
          <a:xfrm>
            <a:off x="304800" y="1498709"/>
            <a:ext cx="85344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algn="l"/>
            <a:endParaRPr lang="en-US" sz="1200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682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29E78-AFA0-0AFA-8066-A3912088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CEAD6-7095-0842-A43E-8AB9F0C5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EBFC05-26FC-3FCE-E550-E9DE25C9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78934"/>
            <a:ext cx="8272212" cy="624804"/>
          </a:xfrm>
        </p:spPr>
        <p:txBody>
          <a:bodyPr>
            <a:normAutofit/>
          </a:bodyPr>
          <a:lstStyle/>
          <a:p>
            <a:r>
              <a:rPr lang="en-IN" dirty="0"/>
              <a:t>Review of literature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8E41C-3C48-1A1E-AD5F-F65DE77D6D8A}"/>
              </a:ext>
            </a:extLst>
          </p:cNvPr>
          <p:cNvSpPr txBox="1"/>
          <p:nvPr/>
        </p:nvSpPr>
        <p:spPr>
          <a:xfrm>
            <a:off x="304800" y="1581150"/>
            <a:ext cx="8534400" cy="327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5747582-037B-4AF0-4B78-A2A3BC5EC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262878"/>
              </p:ext>
            </p:extLst>
          </p:nvPr>
        </p:nvGraphicFramePr>
        <p:xfrm>
          <a:off x="199728" y="1388147"/>
          <a:ext cx="85344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7611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48213-0658-C5C8-AAB5-BAA2562E4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E7CB-591D-47BA-8322-3A29D5A33E15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E1D777-721E-808E-D73F-796C1F842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00242B-57EC-214F-7D3A-63EBD7B50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1617"/>
              </p:ext>
            </p:extLst>
          </p:nvPr>
        </p:nvGraphicFramePr>
        <p:xfrm>
          <a:off x="76201" y="133350"/>
          <a:ext cx="89916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667">
                  <a:extLst>
                    <a:ext uri="{9D8B030D-6E8A-4147-A177-3AD203B41FA5}">
                      <a16:colId xmlns:a16="http://schemas.microsoft.com/office/drawing/2014/main" val="2088211905"/>
                    </a:ext>
                  </a:extLst>
                </a:gridCol>
                <a:gridCol w="976657">
                  <a:extLst>
                    <a:ext uri="{9D8B030D-6E8A-4147-A177-3AD203B41FA5}">
                      <a16:colId xmlns:a16="http://schemas.microsoft.com/office/drawing/2014/main" val="3589373422"/>
                    </a:ext>
                  </a:extLst>
                </a:gridCol>
                <a:gridCol w="966040">
                  <a:extLst>
                    <a:ext uri="{9D8B030D-6E8A-4147-A177-3AD203B41FA5}">
                      <a16:colId xmlns:a16="http://schemas.microsoft.com/office/drawing/2014/main" val="3082323046"/>
                    </a:ext>
                  </a:extLst>
                </a:gridCol>
                <a:gridCol w="1040350">
                  <a:extLst>
                    <a:ext uri="{9D8B030D-6E8A-4147-A177-3AD203B41FA5}">
                      <a16:colId xmlns:a16="http://schemas.microsoft.com/office/drawing/2014/main" val="1324879248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1277079104"/>
                    </a:ext>
                  </a:extLst>
                </a:gridCol>
                <a:gridCol w="1409342">
                  <a:extLst>
                    <a:ext uri="{9D8B030D-6E8A-4147-A177-3AD203B41FA5}">
                      <a16:colId xmlns:a16="http://schemas.microsoft.com/office/drawing/2014/main" val="3047637768"/>
                    </a:ext>
                  </a:extLst>
                </a:gridCol>
                <a:gridCol w="1860330">
                  <a:extLst>
                    <a:ext uri="{9D8B030D-6E8A-4147-A177-3AD203B41FA5}">
                      <a16:colId xmlns:a16="http://schemas.microsoft.com/office/drawing/2014/main" val="1031639009"/>
                    </a:ext>
                  </a:extLst>
                </a:gridCol>
              </a:tblGrid>
              <a:tr h="629749"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Author’s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Year/</a:t>
                      </a:r>
                    </a:p>
                    <a:p>
                      <a:r>
                        <a:rPr lang="en-IN" dirty="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38262"/>
                  </a:ext>
                </a:extLst>
              </a:tr>
              <a:tr h="13418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Utilizing Machine Learning to foster employee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mental health in modern workplace environment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Tania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Chauhan,Renjith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N,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2024/</a:t>
                      </a:r>
                    </a:p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questionnaires, workplace</a:t>
                      </a:r>
                    </a:p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interactions, and physiological data,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recognition by combining </a:t>
                      </a:r>
                    </a:p>
                    <a:p>
                      <a:pPr algn="just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preprocessed photos with Convolutional Neural Networks </a:t>
                      </a:r>
                    </a:p>
                    <a:p>
                      <a:pPr algn="just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(CNNs)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 [5]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342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CNN based model exhibited outstanding predictive accuracy, with an average of 92.5%.</a:t>
                      </a:r>
                      <a:r>
                        <a:rPr lang="en-US" sz="1100" b="0" i="0" dirty="0">
                          <a:solidFill>
                            <a:srgbClr val="2E37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 identify indicators of stress and offer personalized treatments</a:t>
                      </a:r>
                      <a:r>
                        <a:rPr lang="en-IN" sz="11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[13]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 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52986"/>
                  </a:ext>
                </a:extLst>
              </a:tr>
              <a:tr h="13728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Automatic Segmentation of Facial Regions of Interest and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 Detection Using Machine Learning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Daniel Jaramillo-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Quintanar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2024/</a:t>
                      </a:r>
                    </a:p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 images of 25 students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Classifying stress in humans by automatically detecting facial regions of interest in thermal images using machine learning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correctly acquire the thermal images of the face,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342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Support Vector Machine, Model which show outputs  in three states: baseline, stressed, and relaxed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[14]</a:t>
                      </a:r>
                    </a:p>
                    <a:p>
                      <a:pPr algn="just"/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3843"/>
                  </a:ext>
                </a:extLst>
              </a:tr>
              <a:tr h="14561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State‑of‑the‑Art of Stress Prediction from Heart Rate Variability Using</a:t>
                      </a:r>
                    </a:p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Yeaminul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2023/</a:t>
                      </a:r>
                    </a:p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 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employed for acquiring HRV data and their features, AI models applied on those data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environment and biased dataset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342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1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mpare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all the Machine Based Approaches, Rule based approaches, RB gives best result[15].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503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92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392B7-9EDB-02C1-D480-BDA99335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91343-70F2-E0A8-AECA-1927D75E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DE414F-62B0-7C7F-8BB0-27966D9D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5"/>
            <a:ext cx="8272212" cy="576706"/>
          </a:xfrm>
        </p:spPr>
        <p:txBody>
          <a:bodyPr/>
          <a:lstStyle/>
          <a:p>
            <a:r>
              <a:rPr lang="en-US" dirty="0" err="1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310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392B7-9EDB-02C1-D480-BDA99335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91343-70F2-E0A8-AECA-1927D75E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DE414F-62B0-7C7F-8BB0-27966D9D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09CDD-9FC6-9AD5-19D6-F6CD6362E311}"/>
              </a:ext>
            </a:extLst>
          </p:cNvPr>
          <p:cNvSpPr txBox="1"/>
          <p:nvPr/>
        </p:nvSpPr>
        <p:spPr>
          <a:xfrm>
            <a:off x="304800" y="1733550"/>
            <a:ext cx="8534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“Stress,”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Who.int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https://www.who.int/news-room/questions-and-answers/item/stress.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D. V. Prasad, “Stress, pressure &amp; anxiety of competitive exams – an empirical study on student’s psychological approach,”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Ijfans.org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https://www.ijfans.org/uploads/paper/2a10ddb8e54d729f8606608496d04fdf.pdf.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Ijrpr.com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https://ijrpr.com/uploads/V5ISSUE2/IJRPR22974.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Bisht, S. </a:t>
            </a:r>
            <a:r>
              <a:rPr lang="en-US" sz="1200" b="0" i="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Vashisth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Gupta, and E. Jain, “Stress prediction in Indian school students using machine learning,” in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 3rd International Conference on Intelligent Engineering and Management (ICIEM)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Saha, “Every hour, one student commits suicide in India,” in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Hindustan Times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Sharma,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Akre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Chakole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M. B.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Wanjari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“Stress-induced diabetes: A review,” </a:t>
            </a:r>
            <a:r>
              <a:rPr lang="en-US" sz="1200" i="1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Cureus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9, p. e29142, 2022.</a:t>
            </a:r>
          </a:p>
          <a:p>
            <a:pPr algn="just"/>
            <a:b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Shahapur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“Decoding minds: Estimation of stress level in students using Machine Learning,” </a:t>
            </a:r>
            <a:r>
              <a:rPr lang="en-US" sz="120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Indian J. Sci. Technol.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19, pp. 2002–2012, 2024.</a:t>
            </a:r>
          </a:p>
          <a:p>
            <a:br>
              <a:rPr lang="en-US" sz="1200" b="0" i="0" dirty="0">
                <a:solidFill>
                  <a:srgbClr val="37393C"/>
                </a:solidFill>
                <a:effectLst/>
                <a:latin typeface="Arial" panose="020B0604020202020204" pitchFamily="34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800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BF5D0F4-EA4E-47A5-87BE-9ABB1AF6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37470" y="1130560"/>
            <a:ext cx="5471630" cy="2777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1656798" y="2497283"/>
            <a:ext cx="2777490" cy="440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4465480"/>
            <a:ext cx="76233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552CEC3-F927-492D-ABF5-839FF967DBD5}" type="slidenum">
              <a:rPr lang="en-US" sz="900">
                <a:solidFill>
                  <a:srgbClr val="FFFFFF">
                    <a:alpha val="60000"/>
                  </a:srgbClr>
                </a:solidFill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 sz="90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D65E6F-9292-D1B7-AFCF-38F08BF2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3F36-0353-4D59-82F4-FD70B7B7601B}" type="datetime1">
              <a:rPr lang="en-US" smtClean="0"/>
              <a:t>11/8/2025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27068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Diagnoser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Medical Diagnosis System</a:t>
            </a:r>
          </a:p>
          <a:p>
            <a:r>
              <a:t>with Medication Prescriptions</a:t>
            </a:r>
          </a:p>
          <a:p>
            <a:r>
              <a:t>Built with React &amp; TypeScript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Symptom Analysis: Users input symptoms to get potential diagnoses AI-Powered Matching: Advanced algorithm matches symptoms to diseases Medication Prescriptions: Provides detailed medication information Premium User Interface: Modern, responsive design with glassmorphism effects Real-time Results: Instant diagnosis with match percentage scores</a:t>
            </a:r>
          </a:p>
          <a:p>
            <a:r>
              <a:t>Intelligent Symptom Analysis: Users input symptoms to get potential diagnoses</a:t>
            </a:r>
          </a:p>
          <a:p>
            <a:r>
              <a:t>AI-Powered Matching: Advanced algorithm matches symptoms to diseases</a:t>
            </a:r>
          </a:p>
          <a:p>
            <a:r>
              <a:t>Medication Prescriptions: Provides detailed medication information</a:t>
            </a:r>
          </a:p>
          <a:p>
            <a:r>
              <a:t>Premium User Interface: Modern, responsive design with glassmorphism effects</a:t>
            </a:r>
          </a:p>
          <a:p>
            <a:r>
              <a:t>Real-time Results: Instant diagnosis with match percentage scores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access to initial consultation Need for quick symptom assessment Lack of medication information Time-consuming doctor visits</a:t>
            </a:r>
          </a:p>
          <a:p>
            <a:r>
              <a:t>Limited access to initial consultation</a:t>
            </a:r>
          </a:p>
          <a:p>
            <a:r>
              <a:t>Need for quick symptom assessment</a:t>
            </a:r>
          </a:p>
          <a:p>
            <a:r>
              <a:t>Lack of medication information</a:t>
            </a:r>
          </a:p>
          <a:p>
            <a:r>
              <a:t>Time-consuming doctor visits</a:t>
            </a:r>
          </a:p>
          <a:p>
            <a:r>
              <a:t>Instant symptom-based diagnosis Comprehensive medication details User-friendly interface Accessible 24/7</a:t>
            </a:r>
          </a:p>
          <a:p>
            <a:r>
              <a:t>Instant symptom-based diagnosis</a:t>
            </a:r>
          </a:p>
          <a:p>
            <a:r>
              <a:t>Comprehensive medication details</a:t>
            </a:r>
          </a:p>
          <a:p>
            <a:r>
              <a:t>User-friendly interface</a:t>
            </a:r>
          </a:p>
          <a:p>
            <a:r>
              <a:t>Accessible 24/7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Pre-defined common symptoms Custom symptom entry Multiple selection</a:t>
            </a:r>
          </a:p>
          <a:p>
            <a:r>
              <a:t>Pre-defined common symptoms</a:t>
            </a:r>
          </a:p>
          <a:p>
            <a:r>
              <a:t>Custom symptom entry</a:t>
            </a:r>
          </a:p>
          <a:p>
            <a:r>
              <a:t>Multiple selection</a:t>
            </a:r>
          </a:p>
          <a:p>
            <a:r>
              <a:t>Advanced algorithm Match score calculation Top 5 results</a:t>
            </a:r>
          </a:p>
          <a:p>
            <a:r>
              <a:t>Advanced algorithm</a:t>
            </a:r>
          </a:p>
          <a:p>
            <a:r>
              <a:t>Match score calculation</a:t>
            </a:r>
          </a:p>
          <a:p>
            <a:r>
              <a:t>Top 5 results</a:t>
            </a:r>
          </a:p>
          <a:p>
            <a:r>
              <a:t>Disease descriptions Match percentages Ranked results</a:t>
            </a:r>
          </a:p>
          <a:p>
            <a:r>
              <a:t>Disease descriptions</a:t>
            </a:r>
          </a:p>
          <a:p>
            <a:r>
              <a:t>Match percentages</a:t>
            </a:r>
          </a:p>
          <a:p>
            <a:r>
              <a:t>Ranked results</a:t>
            </a:r>
          </a:p>
          <a:p>
            <a:r>
              <a:t>Drug names &amp; dosages Frequency &amp; duration Safety instructions</a:t>
            </a:r>
          </a:p>
          <a:p>
            <a:r>
              <a:t>Drug names &amp; dosages</a:t>
            </a:r>
          </a:p>
          <a:p>
            <a:r>
              <a:t>Frequency &amp; duration</a:t>
            </a:r>
          </a:p>
          <a:p>
            <a:r>
              <a:t>Safety instructions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Framework</a:t>
            </a:r>
          </a:p>
          <a:p>
            <a:r>
              <a:t>Type Safety</a:t>
            </a:r>
          </a:p>
          <a:p>
            <a:r>
              <a:t>Premium Styling</a:t>
            </a:r>
          </a:p>
          <a:p>
            <a:r>
              <a:t>Build Tools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Symptom Collection: Gathers all user symptoms Normalization: Converts to lowercase Pattern Matching: Finds overlapping symptoms Score Calculation: Match Score = (Matching Symptoms) / (Max Symptoms) Ranking: Sorts by match score Filtering: Shows top 5 results</a:t>
            </a:r>
          </a:p>
          <a:p>
            <a:r>
              <a:t>Symptom Collection: Gathers all user symptoms</a:t>
            </a:r>
          </a:p>
          <a:p>
            <a:r>
              <a:t>Normalization: Converts to lowercase</a:t>
            </a:r>
          </a:p>
          <a:p>
            <a:r>
              <a:t>Pattern Matching: Finds overlapping symptoms</a:t>
            </a:r>
          </a:p>
          <a:p>
            <a:r>
              <a:t>Score Calculation: Match Score = (Matching Symptoms) / (Max Symptoms)</a:t>
            </a:r>
          </a:p>
          <a:p>
            <a:r>
              <a:t>Ranking: Sorts by match score</a:t>
            </a:r>
          </a:p>
          <a:p>
            <a:r>
              <a:t>Filtering: Shows top 5 results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Cold: fever, cough, headache → Acetaminophen, Ibuprofen Pneumonia: fever, cough, chest pain → Amoxicillin, Azithromycin Migraine: headache, nausea, fatigue → Sumatriptan, Ibuprofen Flu: fever, sweating, fatigue → Oseltamivir, Acetaminophen Heart Disease: chest pain, shortness of breath → Aspirin, Atorvastatin</a:t>
            </a:r>
          </a:p>
          <a:p>
            <a:r>
              <a:t>Common Cold: fever, cough, headache → Acetaminophen, Ibuprofen</a:t>
            </a:r>
          </a:p>
          <a:p>
            <a:r>
              <a:t>Pneumonia: fever, cough, chest pain → Amoxicillin, Azithromycin</a:t>
            </a:r>
          </a:p>
          <a:p>
            <a:r>
              <a:t>Migraine: headache, nausea, fatigue → Sumatriptan, Ibuprofen</a:t>
            </a:r>
          </a:p>
          <a:p>
            <a:r>
              <a:t>Flu: fever, sweating, fatigue → Oseltamivir, Acetaminophen</a:t>
            </a:r>
          </a:p>
          <a:p>
            <a:r>
              <a:t>Heart Disease: chest pain, shortness of breath → Aspirin, Atorvastatin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backgrounds Glassmorphism effects Smooth animations Hover effects Professional typography</a:t>
            </a:r>
          </a:p>
          <a:p>
            <a:r>
              <a:t>Gradient backgrounds</a:t>
            </a:r>
          </a:p>
          <a:p>
            <a:r>
              <a:t>Glassmorphism effects</a:t>
            </a:r>
          </a:p>
          <a:p>
            <a:r>
              <a:t>Smooth animations</a:t>
            </a:r>
          </a:p>
          <a:p>
            <a:r>
              <a:t>Hover effects</a:t>
            </a:r>
          </a:p>
          <a:p>
            <a:r>
              <a:t>Professional typography</a:t>
            </a:r>
          </a:p>
          <a:p>
            <a:r>
              <a:t>Primary: #667eea Secondary: #764ba2 Gradient combinations Animated overlays</a:t>
            </a:r>
          </a:p>
          <a:p>
            <a:r>
              <a:t>Primary: #667eea</a:t>
            </a:r>
          </a:p>
          <a:p>
            <a:r>
              <a:t>Secondary: #764ba2</a:t>
            </a:r>
          </a:p>
          <a:p>
            <a:r>
              <a:t>Gradient combinations</a:t>
            </a:r>
          </a:p>
          <a:p>
            <a:r>
              <a:t>Animated overlays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Symptom Selection: Visual checkbox grid with real-time feedback Real-time Diagnosis: Instant results with loading animations Medication Information: Complete prescription details with safety instructions User Experience: Reset functionality, smooth transitions, error handling</a:t>
            </a:r>
          </a:p>
          <a:p>
            <a:r>
              <a:t>Interactive Symptom Selection: Visual checkbox grid with real-time feedback</a:t>
            </a:r>
          </a:p>
          <a:p>
            <a:r>
              <a:t>Real-time Diagnosis: Instant results with loading animations</a:t>
            </a:r>
          </a:p>
          <a:p>
            <a:r>
              <a:t>Medication Information: Complete prescription details with safety instructions</a:t>
            </a:r>
          </a:p>
          <a:p>
            <a:r>
              <a:t>User Experience: Reset functionality, smooth transitions, error handling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Quality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Type-safe interfaces Proper type definitions Component prop typing</a:t>
            </a:r>
          </a:p>
          <a:p>
            <a:r>
              <a:t>Type-safe interfaces</a:t>
            </a:r>
          </a:p>
          <a:p>
            <a:r>
              <a:t>Proper type definitions</a:t>
            </a:r>
          </a:p>
          <a:p>
            <a:r>
              <a:t>Component prop typing</a:t>
            </a:r>
          </a:p>
          <a:p>
            <a:r>
              <a:t>Functional components Hooks (useState) Component composition</a:t>
            </a:r>
          </a:p>
          <a:p>
            <a:r>
              <a:t>Functional components</a:t>
            </a:r>
          </a:p>
          <a:p>
            <a:r>
              <a:t>Hooks (useState)</a:t>
            </a:r>
          </a:p>
          <a:p>
            <a:r>
              <a:t>Component composition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informational purposes only Not a replacement for professional medical advice Always consult healthcare professionals No data collection or storage</a:t>
            </a:r>
          </a:p>
          <a:p>
            <a:r>
              <a:t>For informational purposes only</a:t>
            </a:r>
          </a:p>
          <a:p>
            <a:r>
              <a:t>Not a replacement for professional medical advice</a:t>
            </a:r>
          </a:p>
          <a:p>
            <a:r>
              <a:t>Always consult healthcare professionals</a:t>
            </a:r>
          </a:p>
          <a:p>
            <a:r>
              <a:t>No data collection or storage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Expanded disease database with more conditions Machine learning integration for better accuracy User accounts with symptom history Doctor consultation booking integration Multilingual support</a:t>
            </a:r>
          </a:p>
          <a:p>
            <a:r>
              <a:t>Expanded disease database with more conditions</a:t>
            </a:r>
          </a:p>
          <a:p>
            <a:r>
              <a:t>Machine learning integration for better accuracy</a:t>
            </a:r>
          </a:p>
          <a:p>
            <a:r>
              <a:t>User accounts with symptom history</a:t>
            </a:r>
          </a:p>
          <a:p>
            <a:r>
              <a:t>Doctor consultation booking integration</a:t>
            </a:r>
          </a:p>
          <a:p>
            <a:r>
              <a:t>Multilingual support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main components 700+ lines of code 5 TypeScript files 8 dependencies</a:t>
            </a:r>
          </a:p>
          <a:p>
            <a:r>
              <a:t>4 main components</a:t>
            </a:r>
          </a:p>
          <a:p>
            <a:r>
              <a:t>700+ lines of code</a:t>
            </a:r>
          </a:p>
          <a:p>
            <a:r>
              <a:t>5 TypeScript files</a:t>
            </a:r>
          </a:p>
          <a:p>
            <a:r>
              <a:t>8 dependencies</a:t>
            </a:r>
          </a:p>
          <a:p>
            <a:r>
              <a:t>5 diseases in database 2 medications per disease 8 common symptoms Top 5 results display</a:t>
            </a:r>
          </a:p>
          <a:p>
            <a:r>
              <a:t>5 diseases in database</a:t>
            </a:r>
          </a:p>
          <a:p>
            <a:r>
              <a:t>2 medications per disease</a:t>
            </a:r>
          </a:p>
          <a:p>
            <a:r>
              <a:t>8 common symptoms</a:t>
            </a:r>
          </a:p>
          <a:p>
            <a:r>
              <a:t>Top 5 results display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Modern disease diagnosis application ✅ Premium user interface ✅ Medication prescription system ✅ Responsive web application ✅ Production-ready code</a:t>
            </a:r>
          </a:p>
          <a:p>
            <a:r>
              <a:t>✅ Modern disease diagnosis application</a:t>
            </a:r>
          </a:p>
          <a:p>
            <a:r>
              <a:t>✅ Premium user interface</a:t>
            </a:r>
          </a:p>
          <a:p>
            <a:r>
              <a:t>✅ Medication prescription system</a:t>
            </a:r>
          </a:p>
          <a:p>
            <a:r>
              <a:t>✅ Responsive web application</a:t>
            </a:r>
          </a:p>
          <a:p>
            <a:r>
              <a:t>✅ Production-ready 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Disease Diagnoser</a:t>
            </a:r>
          </a:p>
          <a:p>
            <a:r>
              <a:t>Modern Healthcare Technology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how AI and modern web technologies can enhance healthcare accessibility. Future improvements may include NLP-based diagnosis and integration with wearable devices.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Mohit Janotiya under the guidance of faculty at Poornima University. Special thanks to mentors and peers for continuous support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43048</TotalTime>
  <Words>694</Words>
  <Application>Microsoft Office PowerPoint</Application>
  <PresentationFormat>On-screen Show (16:9)</PresentationFormat>
  <Paragraphs>147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Gill Sans MT</vt:lpstr>
      <vt:lpstr>Times New Roman</vt:lpstr>
      <vt:lpstr>Wingdings</vt:lpstr>
      <vt:lpstr>Wingdings 2</vt:lpstr>
      <vt:lpstr>Dividend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Review of literature</vt:lpstr>
      <vt:lpstr>PowerPoint Presentation</vt:lpstr>
      <vt:lpstr>CoNCLUSIon</vt:lpstr>
      <vt:lpstr>REFRENCES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Khandelwal [PhD - 2020]</dc:creator>
  <cp:lastModifiedBy>BRIJESH SHARMA</cp:lastModifiedBy>
  <cp:revision>423</cp:revision>
  <cp:lastPrinted>2021-02-06T09:26:45Z</cp:lastPrinted>
  <dcterms:created xsi:type="dcterms:W3CDTF">2021-02-02T10:13:16Z</dcterms:created>
  <dcterms:modified xsi:type="dcterms:W3CDTF">2025-11-08T12:26:15Z</dcterms:modified>
</cp:coreProperties>
</file>